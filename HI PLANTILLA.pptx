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74" r:id="rId5"/>
    <p:sldId id="272" r:id="rId6"/>
    <p:sldId id="273" r:id="rId7"/>
    <p:sldId id="271" r:id="rId8"/>
    <p:sldId id="265" r:id="rId9"/>
    <p:sldId id="262" r:id="rId10"/>
    <p:sldId id="266" r:id="rId11"/>
    <p:sldId id="269" r:id="rId12"/>
    <p:sldId id="270" r:id="rId13"/>
    <p:sldId id="268" r:id="rId14"/>
    <p:sldId id="267" r:id="rId15"/>
    <p:sldId id="25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31F34B79-A36D-4A71-BCDC-6561A521C36D}">
          <p14:sldIdLst>
            <p14:sldId id="274"/>
            <p14:sldId id="272"/>
            <p14:sldId id="273"/>
          </p14:sldIdLst>
        </p14:section>
        <p14:section name="Sección predeterminada" id="{C8EFEA8A-5D49-464C-899E-14541AEBFB17}">
          <p14:sldIdLst>
            <p14:sldId id="271"/>
            <p14:sldId id="265"/>
            <p14:sldId id="262"/>
            <p14:sldId id="266"/>
            <p14:sldId id="269"/>
            <p14:sldId id="270"/>
            <p14:sldId id="268"/>
            <p14:sldId id="26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5"/>
    <a:srgbClr val="F8F7F2"/>
    <a:srgbClr val="F5F6F7"/>
    <a:srgbClr val="FCF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_E MARIA ALEJANDRA RUA MONSALVE" userId="71946236-9578-453a-92ed-f801a6d4b763" providerId="ADAL" clId="{E8149EF5-2246-486F-8A15-50B033AAAE2B}"/>
    <pc:docChg chg="modSld">
      <pc:chgData name="HI_E MARIA ALEJANDRA RUA MONSALVE" userId="71946236-9578-453a-92ed-f801a6d4b763" providerId="ADAL" clId="{E8149EF5-2246-486F-8A15-50B033AAAE2B}" dt="2026-04-09T14:53:26.735" v="2" actId="1076"/>
      <pc:docMkLst>
        <pc:docMk/>
      </pc:docMkLst>
      <pc:sldChg chg="modSp mod">
        <pc:chgData name="HI_E MARIA ALEJANDRA RUA MONSALVE" userId="71946236-9578-453a-92ed-f801a6d4b763" providerId="ADAL" clId="{E8149EF5-2246-486F-8A15-50B033AAAE2B}" dt="2026-04-09T14:53:26.735" v="2" actId="1076"/>
        <pc:sldMkLst>
          <pc:docMk/>
          <pc:sldMk cId="961199210" sldId="267"/>
        </pc:sldMkLst>
        <pc:picChg chg="mod">
          <ac:chgData name="HI_E MARIA ALEJANDRA RUA MONSALVE" userId="71946236-9578-453a-92ed-f801a6d4b763" providerId="ADAL" clId="{E8149EF5-2246-486F-8A15-50B033AAAE2B}" dt="2026-04-09T14:53:26.735" v="2" actId="1076"/>
          <ac:picMkLst>
            <pc:docMk/>
            <pc:sldMk cId="961199210" sldId="267"/>
            <ac:picMk id="14" creationId="{7AB886E9-99AF-98EC-F3E8-CB6C4B16CA19}"/>
          </ac:picMkLst>
        </pc:picChg>
      </pc:sldChg>
      <pc:sldChg chg="modSp mod">
        <pc:chgData name="HI_E MARIA ALEJANDRA RUA MONSALVE" userId="71946236-9578-453a-92ed-f801a6d4b763" providerId="ADAL" clId="{E8149EF5-2246-486F-8A15-50B033AAAE2B}" dt="2026-04-09T14:53:22.991" v="1" actId="1076"/>
        <pc:sldMkLst>
          <pc:docMk/>
          <pc:sldMk cId="2619730567" sldId="268"/>
        </pc:sldMkLst>
        <pc:picChg chg="mod">
          <ac:chgData name="HI_E MARIA ALEJANDRA RUA MONSALVE" userId="71946236-9578-453a-92ed-f801a6d4b763" providerId="ADAL" clId="{E8149EF5-2246-486F-8A15-50B033AAAE2B}" dt="2026-04-09T14:53:22.991" v="1" actId="1076"/>
          <ac:picMkLst>
            <pc:docMk/>
            <pc:sldMk cId="2619730567" sldId="268"/>
            <ac:picMk id="12" creationId="{EAFE6337-5BC9-D7BA-67FE-68CB1E857D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EC3A0-C2C2-3A4C-ACDF-C83251AEDF6D}" type="datetimeFigureOut">
              <a:rPr lang="es-ES_tradnl" smtClean="0"/>
              <a:t>09/04/2026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DB8FC-D667-DB45-9E9A-753AE4B0050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812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hi-hubisa.com" TargetMode="Externa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ortada con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4456" y="2804734"/>
            <a:ext cx="4996543" cy="238760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20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4506" y="5202237"/>
            <a:ext cx="49938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83E2B3A-801F-2DA7-F128-ABD9E90AD4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54245" y="388956"/>
            <a:ext cx="2454061" cy="14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1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45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8450" y="549277"/>
            <a:ext cx="7955099" cy="2387600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1354" y="2948062"/>
            <a:ext cx="5285196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6BF091E-32C0-6FC9-E320-16051E977D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73420" y="1702490"/>
            <a:ext cx="10562897" cy="528144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267CBF73-354B-E3DF-4459-3D48EFD008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54245" y="5195061"/>
            <a:ext cx="2454061" cy="141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4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45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dor N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6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48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parador N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6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10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parador Naranj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5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6984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parador Naranj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5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690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>
            <a:extLst>
              <a:ext uri="{FF2B5EF4-FFF2-40B4-BE49-F238E27FC236}">
                <a16:creationId xmlns:a16="http://schemas.microsoft.com/office/drawing/2014/main" id="{B2D76C58-093E-9590-B915-A01DA4156A9D}"/>
              </a:ext>
            </a:extLst>
          </p:cNvPr>
          <p:cNvSpPr/>
          <p:nvPr userDrawn="1"/>
        </p:nvSpPr>
        <p:spPr>
          <a:xfrm>
            <a:off x="1" y="0"/>
            <a:ext cx="4017555" cy="6858000"/>
          </a:xfrm>
          <a:custGeom>
            <a:avLst/>
            <a:gdLst>
              <a:gd name="csX0" fmla="*/ 0 w 4017555"/>
              <a:gd name="csY0" fmla="*/ 0 h 6858000"/>
              <a:gd name="csX1" fmla="*/ 2266047 w 4017555"/>
              <a:gd name="csY1" fmla="*/ 0 h 6858000"/>
              <a:gd name="csX2" fmla="*/ 2316797 w 4017555"/>
              <a:gd name="csY2" fmla="*/ 36089 h 6858000"/>
              <a:gd name="csX3" fmla="*/ 4017555 w 4017555"/>
              <a:gd name="csY3" fmla="*/ 3428999 h 6858000"/>
              <a:gd name="csX4" fmla="*/ 2316797 w 4017555"/>
              <a:gd name="csY4" fmla="*/ 6821909 h 6858000"/>
              <a:gd name="csX5" fmla="*/ 2266044 w 4017555"/>
              <a:gd name="csY5" fmla="*/ 6858000 h 6858000"/>
              <a:gd name="csX6" fmla="*/ 0 w 4017555"/>
              <a:gd name="csY6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17555" h="6858000">
                <a:moveTo>
                  <a:pt x="0" y="0"/>
                </a:moveTo>
                <a:lnTo>
                  <a:pt x="2266047" y="0"/>
                </a:lnTo>
                <a:lnTo>
                  <a:pt x="2316797" y="36089"/>
                </a:lnTo>
                <a:cubicBezTo>
                  <a:pt x="3349262" y="808223"/>
                  <a:pt x="4017555" y="2040567"/>
                  <a:pt x="4017555" y="3428999"/>
                </a:cubicBezTo>
                <a:cubicBezTo>
                  <a:pt x="4017555" y="4817431"/>
                  <a:pt x="3349262" y="6049775"/>
                  <a:pt x="2316797" y="6821909"/>
                </a:cubicBezTo>
                <a:lnTo>
                  <a:pt x="22660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3828" y="2766217"/>
            <a:ext cx="3306812" cy="1325563"/>
          </a:xfrm>
        </p:spPr>
        <p:txBody>
          <a:bodyPr anchor="ctr" anchorCtr="0">
            <a:noAutofit/>
          </a:bodyPr>
          <a:lstStyle>
            <a:lvl1pPr algn="ctr">
              <a:defRPr sz="6400">
                <a:solidFill>
                  <a:schemeClr val="bg1"/>
                </a:solidFill>
              </a:defRPr>
            </a:lvl1pPr>
          </a:lstStyle>
          <a:p>
            <a:r>
              <a:rPr lang="es-MX"/>
              <a:t>Agenda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-1"/>
            <a:ext cx="7146172" cy="6858001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5329"/>
                      <a:gd name="connsiteY0" fmla="*/ 0 h 1073114"/>
                      <a:gd name="connsiteX1" fmla="*/ 5245329 w 5245329"/>
                      <a:gd name="connsiteY1" fmla="*/ 0 h 1073114"/>
                      <a:gd name="connsiteX2" fmla="*/ 5245329 w 5245329"/>
                      <a:gd name="connsiteY2" fmla="*/ 1073114 h 1073114"/>
                      <a:gd name="connsiteX3" fmla="*/ 0 w 5245329"/>
                      <a:gd name="connsiteY3" fmla="*/ 1073114 h 1073114"/>
                      <a:gd name="connsiteX4" fmla="*/ 0 w 5245329"/>
                      <a:gd name="connsiteY4" fmla="*/ 0 h 10731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5329" h="1073114" fill="none" extrusionOk="0">
                        <a:moveTo>
                          <a:pt x="0" y="0"/>
                        </a:moveTo>
                        <a:cubicBezTo>
                          <a:pt x="800052" y="-49533"/>
                          <a:pt x="4707642" y="-14809"/>
                          <a:pt x="5245329" y="0"/>
                        </a:cubicBezTo>
                        <a:cubicBezTo>
                          <a:pt x="5231146" y="327811"/>
                          <a:pt x="5329902" y="617055"/>
                          <a:pt x="5245329" y="1073114"/>
                        </a:cubicBezTo>
                        <a:cubicBezTo>
                          <a:pt x="2824237" y="1024883"/>
                          <a:pt x="2491083" y="1157569"/>
                          <a:pt x="0" y="1073114"/>
                        </a:cubicBezTo>
                        <a:cubicBezTo>
                          <a:pt x="52018" y="942568"/>
                          <a:pt x="-45181" y="239154"/>
                          <a:pt x="0" y="0"/>
                        </a:cubicBezTo>
                        <a:close/>
                      </a:path>
                      <a:path w="5245329" h="1073114" stroke="0" extrusionOk="0">
                        <a:moveTo>
                          <a:pt x="0" y="0"/>
                        </a:moveTo>
                        <a:cubicBezTo>
                          <a:pt x="897155" y="118645"/>
                          <a:pt x="4406501" y="116012"/>
                          <a:pt x="5245329" y="0"/>
                        </a:cubicBezTo>
                        <a:cubicBezTo>
                          <a:pt x="5248859" y="500939"/>
                          <a:pt x="5183723" y="937450"/>
                          <a:pt x="5245329" y="1073114"/>
                        </a:cubicBezTo>
                        <a:cubicBezTo>
                          <a:pt x="3005708" y="1207714"/>
                          <a:pt x="2440790" y="915918"/>
                          <a:pt x="0" y="1073114"/>
                        </a:cubicBezTo>
                        <a:cubicBezTo>
                          <a:pt x="-30596" y="683432"/>
                          <a:pt x="41271" y="336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 anchorCtr="0">
            <a:noAutofit/>
          </a:bodyPr>
          <a:lstStyle>
            <a:lvl1pPr marL="656150" indent="-656150">
              <a:spcAft>
                <a:spcPts val="1000"/>
              </a:spcAft>
              <a:buSzPct val="200000"/>
              <a:buFont typeface="+mj-lt"/>
              <a:buAutoNum type="arabicPeriod"/>
              <a:tabLst/>
              <a:defRPr sz="2400" b="1">
                <a:solidFill>
                  <a:schemeClr val="accent1"/>
                </a:solidFill>
              </a:defRPr>
            </a:lvl1pPr>
            <a:lvl2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2pPr>
            <a:lvl3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3pPr>
            <a:lvl4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4pPr>
            <a:lvl5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3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A2E63D-F692-BABD-72C3-D2A0B4741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91200" y="6524626"/>
            <a:ext cx="609600" cy="333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6EB29E3-579C-284A-BB93-B47AD62E130B}" type="slidenum">
              <a:rPr lang="es-ES_tradnl" smtClean="0"/>
              <a:pPr/>
              <a:t>‹Nº›</a:t>
            </a:fld>
            <a:endParaRPr lang="es-ES_tradnl" sz="10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23091B-74E0-2640-1CD9-F0B61B00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FD4465-0E16-EEDC-CC76-027BBEF6E5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4964" y="1628775"/>
            <a:ext cx="11522074" cy="48958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233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964" y="1628775"/>
            <a:ext cx="56160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1036" y="1628775"/>
            <a:ext cx="5616000" cy="48958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817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593" y="1648505"/>
            <a:ext cx="5616000" cy="683136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2133" b="1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593" y="2512758"/>
            <a:ext cx="5616000" cy="40195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0430" y="1648505"/>
            <a:ext cx="5616000" cy="683136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2133" b="1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1038" y="2505075"/>
            <a:ext cx="5616000" cy="40195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79F5F-9B4B-BFC2-5DE3-72FF2E90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4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6D184B9-6BD0-7061-61A3-6FBE955DCE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645" y="1628775"/>
            <a:ext cx="3598639" cy="4885200"/>
          </a:xfrm>
          <a:prstGeom prst="roundRect">
            <a:avLst>
              <a:gd name="adj" fmla="val 4995"/>
            </a:avLst>
          </a:prstGeom>
          <a:solidFill>
            <a:schemeClr val="bg1"/>
          </a:solidFill>
        </p:spPr>
        <p:txBody>
          <a:bodyPr tIns="2520000" bIns="468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884A7-4942-64A9-7345-E4DC2EC9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6FE49EB2-2A8C-7662-BAC7-E2F419724876}"/>
              </a:ext>
            </a:extLst>
          </p:cNvPr>
          <p:cNvSpPr>
            <a:spLocks noGrp="1" noChangeAspect="1"/>
          </p:cNvSpPr>
          <p:nvPr>
            <p:ph sz="quarter" idx="15"/>
          </p:nvPr>
        </p:nvSpPr>
        <p:spPr>
          <a:xfrm>
            <a:off x="334964" y="1628775"/>
            <a:ext cx="3600000" cy="23976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2"/>
          </a:solidFill>
        </p:spPr>
        <p:txBody>
          <a:bodyPr wrap="none" lIns="0" tIns="0" rIns="0" bIns="0" anchor="t" anchorCtr="0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7">
            <a:extLst>
              <a:ext uri="{FF2B5EF4-FFF2-40B4-BE49-F238E27FC236}">
                <a16:creationId xmlns:a16="http://schemas.microsoft.com/office/drawing/2014/main" id="{5B178821-7311-A663-9934-A6BFC923C8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96680" y="1639425"/>
            <a:ext cx="3598639" cy="4885200"/>
          </a:xfrm>
          <a:prstGeom prst="roundRect">
            <a:avLst>
              <a:gd name="adj" fmla="val 4995"/>
            </a:avLst>
          </a:prstGeom>
          <a:solidFill>
            <a:schemeClr val="bg1"/>
          </a:solidFill>
        </p:spPr>
        <p:txBody>
          <a:bodyPr tIns="2520000" bIns="468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Marcador de contenido 16">
            <a:extLst>
              <a:ext uri="{FF2B5EF4-FFF2-40B4-BE49-F238E27FC236}">
                <a16:creationId xmlns:a16="http://schemas.microsoft.com/office/drawing/2014/main" id="{EE74E760-2702-FAF4-B76C-10FDE7E5733A}"/>
              </a:ext>
            </a:extLst>
          </p:cNvPr>
          <p:cNvSpPr>
            <a:spLocks noGrp="1" noChangeAspect="1"/>
          </p:cNvSpPr>
          <p:nvPr>
            <p:ph sz="quarter" idx="17"/>
          </p:nvPr>
        </p:nvSpPr>
        <p:spPr>
          <a:xfrm>
            <a:off x="4295999" y="1639425"/>
            <a:ext cx="3600000" cy="23976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2"/>
          </a:solidFill>
        </p:spPr>
        <p:txBody>
          <a:bodyPr wrap="none" lIns="0" tIns="0" rIns="0" bIns="0" anchor="t" anchorCtr="0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7">
            <a:extLst>
              <a:ext uri="{FF2B5EF4-FFF2-40B4-BE49-F238E27FC236}">
                <a16:creationId xmlns:a16="http://schemas.microsoft.com/office/drawing/2014/main" id="{FBA1C637-B736-6024-555C-3526A12185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7034" y="1639425"/>
            <a:ext cx="3598639" cy="4885200"/>
          </a:xfrm>
          <a:prstGeom prst="roundRect">
            <a:avLst>
              <a:gd name="adj" fmla="val 4995"/>
            </a:avLst>
          </a:prstGeom>
          <a:solidFill>
            <a:schemeClr val="bg1"/>
          </a:solidFill>
        </p:spPr>
        <p:txBody>
          <a:bodyPr tIns="2520000" bIns="468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1" name="Marcador de contenido 16">
            <a:extLst>
              <a:ext uri="{FF2B5EF4-FFF2-40B4-BE49-F238E27FC236}">
                <a16:creationId xmlns:a16="http://schemas.microsoft.com/office/drawing/2014/main" id="{D0FF98D1-DA6A-078D-59DD-2EFA8684EEB9}"/>
              </a:ext>
            </a:extLst>
          </p:cNvPr>
          <p:cNvSpPr>
            <a:spLocks noGrp="1" noChangeAspect="1"/>
          </p:cNvSpPr>
          <p:nvPr>
            <p:ph sz="quarter" idx="19"/>
          </p:nvPr>
        </p:nvSpPr>
        <p:spPr>
          <a:xfrm>
            <a:off x="8256353" y="1639425"/>
            <a:ext cx="3600000" cy="23976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2"/>
          </a:solidFill>
        </p:spPr>
        <p:txBody>
          <a:bodyPr wrap="none" lIns="0" tIns="0" rIns="0" bIns="0" anchor="t" anchorCtr="0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7486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+ Títul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7922" y="2791653"/>
            <a:ext cx="6619116" cy="3629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F82543-22AD-D195-3A86-391C7ACD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922" y="1162879"/>
            <a:ext cx="5378040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17AF3A8F-FF8F-9713-2FC2-E0D5C1EE1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07627" cy="6858000"/>
          </a:xfrm>
          <a:custGeom>
            <a:avLst/>
            <a:gdLst>
              <a:gd name="csX0" fmla="*/ 0 w 4607627"/>
              <a:gd name="csY0" fmla="*/ 0 h 6858000"/>
              <a:gd name="csX1" fmla="*/ 3399083 w 4607627"/>
              <a:gd name="csY1" fmla="*/ 0 h 6858000"/>
              <a:gd name="csX2" fmla="*/ 3509503 w 4607627"/>
              <a:gd name="csY2" fmla="*/ 138372 h 6858000"/>
              <a:gd name="csX3" fmla="*/ 4607627 w 4607627"/>
              <a:gd name="csY3" fmla="*/ 3428999 h 6858000"/>
              <a:gd name="csX4" fmla="*/ 3509503 w 4607627"/>
              <a:gd name="csY4" fmla="*/ 6719626 h 6858000"/>
              <a:gd name="csX5" fmla="*/ 3399080 w 4607627"/>
              <a:gd name="csY5" fmla="*/ 6858000 h 6858000"/>
              <a:gd name="csX6" fmla="*/ 0 w 4607627"/>
              <a:gd name="csY6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07627" h="6858000">
                <a:moveTo>
                  <a:pt x="0" y="0"/>
                </a:moveTo>
                <a:lnTo>
                  <a:pt x="3399083" y="0"/>
                </a:lnTo>
                <a:lnTo>
                  <a:pt x="3509503" y="138372"/>
                </a:lnTo>
                <a:cubicBezTo>
                  <a:pt x="4198968" y="1054564"/>
                  <a:pt x="4607627" y="2194058"/>
                  <a:pt x="4607627" y="3428999"/>
                </a:cubicBezTo>
                <a:cubicBezTo>
                  <a:pt x="4607627" y="4663940"/>
                  <a:pt x="4198968" y="5803434"/>
                  <a:pt x="3509503" y="6719626"/>
                </a:cubicBezTo>
                <a:lnTo>
                  <a:pt x="33990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842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>
            <a:extLst>
              <a:ext uri="{FF2B5EF4-FFF2-40B4-BE49-F238E27FC236}">
                <a16:creationId xmlns:a16="http://schemas.microsoft.com/office/drawing/2014/main" id="{8CDAD96E-A89C-3444-AB71-DDA0E28223AD}"/>
              </a:ext>
            </a:extLst>
          </p:cNvPr>
          <p:cNvSpPr/>
          <p:nvPr userDrawn="1"/>
        </p:nvSpPr>
        <p:spPr>
          <a:xfrm>
            <a:off x="1" y="0"/>
            <a:ext cx="4017555" cy="6858000"/>
          </a:xfrm>
          <a:custGeom>
            <a:avLst/>
            <a:gdLst>
              <a:gd name="csX0" fmla="*/ 0 w 4017555"/>
              <a:gd name="csY0" fmla="*/ 0 h 6858000"/>
              <a:gd name="csX1" fmla="*/ 2266047 w 4017555"/>
              <a:gd name="csY1" fmla="*/ 0 h 6858000"/>
              <a:gd name="csX2" fmla="*/ 2316797 w 4017555"/>
              <a:gd name="csY2" fmla="*/ 36089 h 6858000"/>
              <a:gd name="csX3" fmla="*/ 4017555 w 4017555"/>
              <a:gd name="csY3" fmla="*/ 3428999 h 6858000"/>
              <a:gd name="csX4" fmla="*/ 2316797 w 4017555"/>
              <a:gd name="csY4" fmla="*/ 6821909 h 6858000"/>
              <a:gd name="csX5" fmla="*/ 2266044 w 4017555"/>
              <a:gd name="csY5" fmla="*/ 6858000 h 6858000"/>
              <a:gd name="csX6" fmla="*/ 0 w 4017555"/>
              <a:gd name="csY6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17555" h="6858000">
                <a:moveTo>
                  <a:pt x="0" y="0"/>
                </a:moveTo>
                <a:lnTo>
                  <a:pt x="2266047" y="0"/>
                </a:lnTo>
                <a:lnTo>
                  <a:pt x="2316797" y="36089"/>
                </a:lnTo>
                <a:cubicBezTo>
                  <a:pt x="3349262" y="808223"/>
                  <a:pt x="4017555" y="2040567"/>
                  <a:pt x="4017555" y="3428999"/>
                </a:cubicBezTo>
                <a:cubicBezTo>
                  <a:pt x="4017555" y="4817431"/>
                  <a:pt x="3349262" y="6049775"/>
                  <a:pt x="2316797" y="6821909"/>
                </a:cubicBezTo>
                <a:lnTo>
                  <a:pt x="22660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828" y="1443318"/>
            <a:ext cx="3121019" cy="1985681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1443317"/>
            <a:ext cx="6993771" cy="4504108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828" y="3428999"/>
            <a:ext cx="3121019" cy="2518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299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24408" y="1628775"/>
            <a:ext cx="5632629" cy="21643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3C7D5252-20FE-8F55-7E6F-F81EB843D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3793167"/>
            <a:ext cx="12191999" cy="3046587"/>
          </a:xfrm>
          <a:custGeom>
            <a:avLst/>
            <a:gdLst>
              <a:gd name="csX0" fmla="*/ 6095999 w 12191999"/>
              <a:gd name="csY0" fmla="*/ 0 h 3046587"/>
              <a:gd name="csX1" fmla="*/ 12004850 w 12191999"/>
              <a:gd name="csY1" fmla="*/ 818798 h 3046587"/>
              <a:gd name="csX2" fmla="*/ 12191999 w 12191999"/>
              <a:gd name="csY2" fmla="*/ 874469 h 3046587"/>
              <a:gd name="csX3" fmla="*/ 12191999 w 12191999"/>
              <a:gd name="csY3" fmla="*/ 3046587 h 3046587"/>
              <a:gd name="csX4" fmla="*/ 0 w 12191999"/>
              <a:gd name="csY4" fmla="*/ 3046587 h 3046587"/>
              <a:gd name="csX5" fmla="*/ 0 w 12191999"/>
              <a:gd name="csY5" fmla="*/ 874469 h 3046587"/>
              <a:gd name="csX6" fmla="*/ 187148 w 12191999"/>
              <a:gd name="csY6" fmla="*/ 818798 h 3046587"/>
              <a:gd name="csX7" fmla="*/ 6095999 w 12191999"/>
              <a:gd name="csY7" fmla="*/ 0 h 30465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1999" h="3046587">
                <a:moveTo>
                  <a:pt x="6095999" y="0"/>
                </a:moveTo>
                <a:cubicBezTo>
                  <a:pt x="8144826" y="0"/>
                  <a:pt x="10126978" y="285468"/>
                  <a:pt x="12004850" y="818798"/>
                </a:cubicBezTo>
                <a:lnTo>
                  <a:pt x="12191999" y="874469"/>
                </a:lnTo>
                <a:lnTo>
                  <a:pt x="12191999" y="3046587"/>
                </a:lnTo>
                <a:lnTo>
                  <a:pt x="0" y="3046587"/>
                </a:lnTo>
                <a:lnTo>
                  <a:pt x="0" y="874469"/>
                </a:lnTo>
                <a:lnTo>
                  <a:pt x="187148" y="818798"/>
                </a:lnTo>
                <a:cubicBezTo>
                  <a:pt x="2065021" y="285468"/>
                  <a:pt x="4047173" y="0"/>
                  <a:pt x="60959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CD97892-CF2C-5224-474E-ED40EAD1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593" y="1648505"/>
            <a:ext cx="5616000" cy="68313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133" b="1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68302BA-DEA8-B2C3-49E1-99F18BE7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9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457200"/>
            <a:ext cx="4437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628775"/>
            <a:ext cx="6673850" cy="489585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964" y="2057400"/>
            <a:ext cx="4437062" cy="4467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48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744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791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a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er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316448B-D617-FD57-82F4-4D7C2005CB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535" t="42365" r="2979" b="1546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59EDD2E-49BC-B3F1-74D7-0F5030744CDE}"/>
              </a:ext>
            </a:extLst>
          </p:cNvPr>
          <p:cNvSpPr txBox="1"/>
          <p:nvPr/>
        </p:nvSpPr>
        <p:spPr>
          <a:xfrm>
            <a:off x="9369562" y="5046406"/>
            <a:ext cx="24874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bg1"/>
                </a:solidFill>
              </a:rPr>
              <a:t>HUB DIGITAL DE SERVICIOS ISA S.A.S.</a:t>
            </a:r>
          </a:p>
          <a:p>
            <a:r>
              <a:rPr lang="es-ES_tradnl" sz="1200">
                <a:solidFill>
                  <a:schemeClr val="bg1"/>
                </a:solidFill>
              </a:rPr>
              <a:t>NIT: 901984545-2</a:t>
            </a:r>
          </a:p>
          <a:p>
            <a:r>
              <a:rPr lang="es-ES_tradnl" sz="1200">
                <a:solidFill>
                  <a:schemeClr val="bg1"/>
                </a:solidFill>
              </a:rPr>
              <a:t>Calle 12 Sur # 18 - 168</a:t>
            </a:r>
          </a:p>
          <a:p>
            <a:r>
              <a:rPr lang="es-ES_tradnl" sz="1200">
                <a:solidFill>
                  <a:schemeClr val="bg1"/>
                </a:solidFill>
              </a:rPr>
              <a:t>Medellín, Colombia</a:t>
            </a:r>
          </a:p>
          <a:p>
            <a:endParaRPr lang="es-ES_tradnl" sz="1200">
              <a:solidFill>
                <a:schemeClr val="bg1"/>
              </a:solidFill>
            </a:endParaRPr>
          </a:p>
          <a:p>
            <a:r>
              <a:rPr lang="es-ES_tradnl" sz="1200">
                <a:solidFill>
                  <a:schemeClr val="bg1"/>
                </a:solidFill>
              </a:rPr>
              <a:t>+57 (604) 325 2400 </a:t>
            </a:r>
          </a:p>
          <a:p>
            <a:endParaRPr lang="es-ES_tradnl" sz="1200">
              <a:solidFill>
                <a:schemeClr val="bg1"/>
              </a:solidFill>
            </a:endParaRPr>
          </a:p>
          <a:p>
            <a:r>
              <a:rPr lang="es-ES_tradnl" sz="1200" err="1">
                <a:solidFill>
                  <a:schemeClr val="bg1"/>
                </a:solidFill>
                <a:hlinkClick r:id="rId3"/>
              </a:rPr>
              <a:t>info@hi-hubisa.com</a:t>
            </a:r>
            <a:endParaRPr lang="es-ES_tradnl" sz="120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374BFE6-928A-9C61-C67E-B13D2C4CD58D}"/>
              </a:ext>
            </a:extLst>
          </p:cNvPr>
          <p:cNvSpPr txBox="1"/>
          <p:nvPr userDrawn="1"/>
        </p:nvSpPr>
        <p:spPr>
          <a:xfrm>
            <a:off x="1497378" y="914400"/>
            <a:ext cx="6389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0">
                <a:solidFill>
                  <a:schemeClr val="accent2"/>
                </a:solidFill>
                <a:latin typeface="+mj-lt"/>
              </a:rPr>
              <a:t>Gracias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C6768DB-A792-31AF-4178-DA819DA95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28409" y="3382995"/>
            <a:ext cx="2454061" cy="141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7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45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dondear rectángulo de esquina del mismo lado 19">
            <a:extLst>
              <a:ext uri="{FF2B5EF4-FFF2-40B4-BE49-F238E27FC236}">
                <a16:creationId xmlns:a16="http://schemas.microsoft.com/office/drawing/2014/main" id="{8F18A0FC-9939-75F2-5660-D3DF0AF327CA}"/>
              </a:ext>
            </a:extLst>
          </p:cNvPr>
          <p:cNvSpPr/>
          <p:nvPr userDrawn="1"/>
        </p:nvSpPr>
        <p:spPr>
          <a:xfrm rot="10800000">
            <a:off x="10767248" y="0"/>
            <a:ext cx="1089790" cy="125133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964" y="1628775"/>
            <a:ext cx="11522074" cy="489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91200" y="6524624"/>
            <a:ext cx="6096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6EB29E3-579C-284A-BB93-B47AD62E130B}" type="slidenum">
              <a:rPr lang="es-ES_tradnl" smtClean="0"/>
              <a:pPr/>
              <a:t>‹Nº›</a:t>
            </a:fld>
            <a:endParaRPr lang="es-ES_tradnl" sz="10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1488C45-61CE-83D2-4563-F6CEC38B2C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836680" y="372302"/>
            <a:ext cx="950926" cy="5473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52858B3-CBAC-989C-EA3D-547BAF40241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581140"/>
            <a:ext cx="1557338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4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Información Interna</a:t>
            </a:r>
          </a:p>
        </p:txBody>
      </p:sp>
    </p:spTree>
    <p:extLst>
      <p:ext uri="{BB962C8B-B14F-4D97-AF65-F5344CB8AC3E}">
        <p14:creationId xmlns:p14="http://schemas.microsoft.com/office/powerpoint/2010/main" val="354533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4" r:id="rId3"/>
    <p:sldLayoutId id="2147483681" r:id="rId4"/>
    <p:sldLayoutId id="2147483682" r:id="rId5"/>
    <p:sldLayoutId id="2147483683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5" r:id="rId14"/>
    <p:sldLayoutId id="2147483676" r:id="rId15"/>
    <p:sldLayoutId id="2147483672" r:id="rId16"/>
    <p:sldLayoutId id="2147483677" r:id="rId17"/>
    <p:sldLayoutId id="2147483678" r:id="rId18"/>
    <p:sldLayoutId id="2147483680" r:id="rId19"/>
  </p:sldLayoutIdLst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600" b="1" kern="1200" spc="-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8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BECE48C-973D-829D-690A-3CECF1862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0"/>
            <a:ext cx="7146925" cy="685800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s-CO" sz="9491" b="1">
                <a:solidFill>
                  <a:srgbClr val="F86803"/>
                </a:solidFill>
              </a:rPr>
              <a:t>Hi!</a:t>
            </a:r>
            <a:br>
              <a:rPr lang="es-CO">
                <a:solidFill>
                  <a:srgbClr val="00B0F0"/>
                </a:solidFill>
              </a:rPr>
            </a:br>
            <a:r>
              <a:rPr lang="es-CO">
                <a:solidFill>
                  <a:srgbClr val="002060"/>
                </a:solidFill>
              </a:rPr>
              <a:t>Por favor, recuerda </a:t>
            </a:r>
            <a:r>
              <a:rPr lang="es-CO" b="1">
                <a:solidFill>
                  <a:srgbClr val="002060"/>
                </a:solidFill>
              </a:rPr>
              <a:t>descargar</a:t>
            </a:r>
            <a:r>
              <a:rPr lang="es-CO">
                <a:solidFill>
                  <a:srgbClr val="002060"/>
                </a:solidFill>
              </a:rPr>
              <a:t> este documento </a:t>
            </a:r>
            <a:r>
              <a:rPr lang="es-CO" b="1">
                <a:solidFill>
                  <a:srgbClr val="002060"/>
                </a:solidFill>
              </a:rPr>
              <a:t>antes de editar 😎</a:t>
            </a:r>
          </a:p>
        </p:txBody>
      </p:sp>
    </p:spTree>
    <p:extLst>
      <p:ext uri="{BB962C8B-B14F-4D97-AF65-F5344CB8AC3E}">
        <p14:creationId xmlns:p14="http://schemas.microsoft.com/office/powerpoint/2010/main" val="308926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persona, hombre, mujer, vistiendo&#10;&#10;El contenido generado por IA puede ser incorrecto.">
            <a:extLst>
              <a:ext uri="{FF2B5EF4-FFF2-40B4-BE49-F238E27FC236}">
                <a16:creationId xmlns:a16="http://schemas.microsoft.com/office/drawing/2014/main" id="{9A8148D9-E105-E60E-255B-64F22D9E4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Imagen 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E4955F26-4114-E19A-697F-E11C14CF7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273" y="142563"/>
            <a:ext cx="2636072" cy="152892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94BE0FC6-8EA2-5E66-77CD-3CC210254AFF}"/>
              </a:ext>
            </a:extLst>
          </p:cNvPr>
          <p:cNvSpPr txBox="1">
            <a:spLocks/>
          </p:cNvSpPr>
          <p:nvPr/>
        </p:nvSpPr>
        <p:spPr>
          <a:xfrm>
            <a:off x="3168231" y="2838373"/>
            <a:ext cx="8905114" cy="285273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400" b="1" kern="1200" spc="-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5400" dirty="0">
                <a:solidFill>
                  <a:schemeClr val="tx2"/>
                </a:solidFill>
                <a:latin typeface="Bariol" panose="02000506040000020003" pitchFamily="50" charset="0"/>
              </a:rPr>
              <a:t>Título de la</a:t>
            </a:r>
          </a:p>
          <a:p>
            <a:pPr algn="r"/>
            <a:r>
              <a:rPr lang="es-CO" sz="5400" dirty="0">
                <a:solidFill>
                  <a:schemeClr val="tx2"/>
                </a:solidFill>
                <a:latin typeface="Bariol" panose="02000506040000020003" pitchFamily="50" charset="0"/>
              </a:rPr>
              <a:t>PRESENTACIÓN</a:t>
            </a:r>
          </a:p>
        </p:txBody>
      </p:sp>
    </p:spTree>
    <p:extLst>
      <p:ext uri="{BB962C8B-B14F-4D97-AF65-F5344CB8AC3E}">
        <p14:creationId xmlns:p14="http://schemas.microsoft.com/office/powerpoint/2010/main" val="49987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EA20-501C-CA4D-B024-ACD67457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Una persona con los brazos extendidos&#10;&#10;El contenido generado por IA puede ser incorrecto.">
            <a:extLst>
              <a:ext uri="{FF2B5EF4-FFF2-40B4-BE49-F238E27FC236}">
                <a16:creationId xmlns:a16="http://schemas.microsoft.com/office/drawing/2014/main" id="{1B01B6F3-162D-F862-E092-2E3E1579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2" name="Imagen 11" descr="Logotipo&#10;&#10;El contenido generado por IA puede ser incorrecto.">
            <a:extLst>
              <a:ext uri="{FF2B5EF4-FFF2-40B4-BE49-F238E27FC236}">
                <a16:creationId xmlns:a16="http://schemas.microsoft.com/office/drawing/2014/main" id="{9057F3FA-B26D-9645-B946-56A8A5791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587" y="110082"/>
            <a:ext cx="2749444" cy="159388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C735EE70-BAB2-57BF-0EF8-DA2EB852106C}"/>
              </a:ext>
            </a:extLst>
          </p:cNvPr>
          <p:cNvSpPr txBox="1">
            <a:spLocks/>
          </p:cNvSpPr>
          <p:nvPr/>
        </p:nvSpPr>
        <p:spPr>
          <a:xfrm>
            <a:off x="2985351" y="3429000"/>
            <a:ext cx="8905114" cy="285273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400" b="1" kern="1200" spc="-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sz="6000">
                <a:latin typeface="Bariol" panose="02000506040000020003" pitchFamily="50" charset="0"/>
              </a:rPr>
              <a:t>Título de la</a:t>
            </a:r>
          </a:p>
          <a:p>
            <a:pPr algn="r"/>
            <a:r>
              <a:rPr lang="es-CO" sz="6000">
                <a:latin typeface="Bariol" panose="02000506040000020003" pitchFamily="50" charset="0"/>
              </a:rPr>
              <a:t>PRESENTACIÓN</a:t>
            </a:r>
          </a:p>
        </p:txBody>
      </p:sp>
    </p:spTree>
    <p:extLst>
      <p:ext uri="{BB962C8B-B14F-4D97-AF65-F5344CB8AC3E}">
        <p14:creationId xmlns:p14="http://schemas.microsoft.com/office/powerpoint/2010/main" val="313691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15669-66ED-D51F-0B8F-226AFFBC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AB150-398A-0BEF-B691-BF9A66542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CO" err="1"/>
              <a:t>Lorem</a:t>
            </a:r>
            <a:r>
              <a:rPr lang="es-CO"/>
              <a:t> </a:t>
            </a:r>
            <a:r>
              <a:rPr lang="es-CO" err="1"/>
              <a:t>ipsum</a:t>
            </a:r>
            <a:r>
              <a:rPr lang="es-CO"/>
              <a:t> dolor </a:t>
            </a:r>
            <a:r>
              <a:rPr lang="es-CO" err="1"/>
              <a:t>sit</a:t>
            </a:r>
            <a:r>
              <a:rPr lang="es-CO"/>
              <a:t> </a:t>
            </a:r>
            <a:r>
              <a:rPr lang="es-CO" err="1"/>
              <a:t>amet</a:t>
            </a:r>
            <a:r>
              <a:rPr lang="es-CO"/>
              <a:t> </a:t>
            </a:r>
            <a:r>
              <a:rPr lang="es-CO" err="1"/>
              <a:t>consectetur</a:t>
            </a:r>
            <a:r>
              <a:rPr lang="es-CO"/>
              <a:t> </a:t>
            </a:r>
            <a:r>
              <a:rPr lang="es-CO" err="1"/>
              <a:t>adipiscing</a:t>
            </a:r>
            <a:r>
              <a:rPr lang="es-CO"/>
              <a:t> </a:t>
            </a:r>
            <a:r>
              <a:rPr lang="es-CO" err="1"/>
              <a:t>elit</a:t>
            </a:r>
            <a:r>
              <a:rPr lang="es-CO"/>
              <a:t> at, </a:t>
            </a:r>
            <a:r>
              <a:rPr lang="es-CO" err="1"/>
              <a:t>tristique</a:t>
            </a:r>
            <a:r>
              <a:rPr lang="es-CO"/>
              <a:t> </a:t>
            </a:r>
            <a:r>
              <a:rPr lang="es-CO" err="1"/>
              <a:t>senectus</a:t>
            </a:r>
            <a:r>
              <a:rPr lang="es-CO"/>
              <a:t> </a:t>
            </a:r>
            <a:r>
              <a:rPr lang="es-CO" err="1"/>
              <a:t>penatibus</a:t>
            </a:r>
            <a:r>
              <a:rPr lang="es-CO"/>
              <a:t> </a:t>
            </a:r>
            <a:r>
              <a:rPr lang="es-CO" err="1"/>
              <a:t>varius</a:t>
            </a:r>
            <a:r>
              <a:rPr lang="es-CO"/>
              <a:t> </a:t>
            </a:r>
            <a:r>
              <a:rPr lang="es-CO" err="1"/>
              <a:t>cursus</a:t>
            </a:r>
            <a:r>
              <a:rPr lang="es-CO"/>
              <a:t> </a:t>
            </a:r>
            <a:r>
              <a:rPr lang="es-CO" err="1"/>
              <a:t>nibh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pulvinar </a:t>
            </a:r>
            <a:r>
              <a:rPr lang="es-CO" err="1"/>
              <a:t>massa</a:t>
            </a:r>
            <a:r>
              <a:rPr lang="es-CO"/>
              <a:t>, </a:t>
            </a:r>
            <a:r>
              <a:rPr lang="es-CO" err="1"/>
              <a:t>integer</a:t>
            </a:r>
            <a:r>
              <a:rPr lang="es-CO"/>
              <a:t> </a:t>
            </a:r>
            <a:r>
              <a:rPr lang="es-CO" err="1"/>
              <a:t>tincidunt</a:t>
            </a:r>
            <a:r>
              <a:rPr lang="es-CO"/>
              <a:t> </a:t>
            </a:r>
            <a:r>
              <a:rPr lang="es-CO" err="1"/>
              <a:t>erat</a:t>
            </a:r>
            <a:r>
              <a:rPr lang="es-CO"/>
              <a:t> vehicula mi </a:t>
            </a:r>
            <a:r>
              <a:rPr lang="es-CO" err="1"/>
              <a:t>elementum</a:t>
            </a:r>
            <a:r>
              <a:rPr lang="es-CO"/>
              <a:t> </a:t>
            </a:r>
            <a:r>
              <a:rPr lang="es-CO" err="1"/>
              <a:t>facilisi</a:t>
            </a:r>
            <a:r>
              <a:rPr lang="es-CO"/>
              <a:t>. </a:t>
            </a:r>
            <a:r>
              <a:rPr lang="es-CO" err="1"/>
              <a:t>Aliquam</a:t>
            </a:r>
            <a:r>
              <a:rPr lang="es-CO"/>
              <a:t> </a:t>
            </a:r>
            <a:r>
              <a:rPr lang="es-CO" err="1"/>
              <a:t>litora</a:t>
            </a:r>
            <a:r>
              <a:rPr lang="es-CO"/>
              <a:t> </a:t>
            </a:r>
            <a:r>
              <a:rPr lang="es-CO" err="1"/>
              <a:t>dignissim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</a:t>
            </a:r>
            <a:r>
              <a:rPr lang="es-CO" err="1"/>
              <a:t>sollicitudin</a:t>
            </a:r>
            <a:r>
              <a:rPr lang="es-CO"/>
              <a:t> </a:t>
            </a:r>
            <a:r>
              <a:rPr lang="es-CO" err="1"/>
              <a:t>netus</a:t>
            </a:r>
            <a:r>
              <a:rPr lang="es-CO"/>
              <a:t> </a:t>
            </a:r>
            <a:r>
              <a:rPr lang="es-CO" err="1"/>
              <a:t>posuere</a:t>
            </a:r>
            <a:r>
              <a:rPr lang="es-CO"/>
              <a:t>.</a:t>
            </a:r>
          </a:p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8A5407-45D9-3659-5333-5E8867BC1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>
                <a:latin typeface="Bariol" panose="02000506040000020003" pitchFamily="50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354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C27B-C968-527F-3891-8AB4EC68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95579-7580-7EEE-8D37-1E90AF6C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ea typeface="+mj-lt"/>
                <a:cs typeface="+mj-lt"/>
              </a:rPr>
              <a:t>Título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E7F349-BC82-D2F6-B04D-FBB94144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497711"/>
            <a:ext cx="7146172" cy="5564607"/>
          </a:xfrm>
        </p:spPr>
        <p:txBody>
          <a:bodyPr/>
          <a:lstStyle/>
          <a:p>
            <a:pPr marL="0" indent="0">
              <a:buNone/>
            </a:pPr>
            <a:endParaRPr lang="es-ES_tradnl"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Calibri"/>
              <a:buChar char="-"/>
            </a:pPr>
            <a:endParaRPr lang="es-ES_tradnl" b="0"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33688F1A-C0F9-121F-204C-26928533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28" y="1281042"/>
            <a:ext cx="5735561" cy="429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9B8B-7DDE-8534-B66D-13E2691D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16A16E2-6542-47AB-CB5A-AA1A42C8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548DBE-0DFE-E86D-5A1F-A784E6CA27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4964" y="1628775"/>
            <a:ext cx="7010716" cy="4895849"/>
          </a:xfrm>
        </p:spPr>
        <p:txBody>
          <a:bodyPr numCol="3" spcCol="360000"/>
          <a:lstStyle/>
          <a:p>
            <a:pPr fontAlgn="base"/>
            <a:r>
              <a:rPr lang="es-CO" err="1"/>
              <a:t>Lorem</a:t>
            </a:r>
            <a:r>
              <a:rPr lang="es-CO"/>
              <a:t> </a:t>
            </a:r>
            <a:r>
              <a:rPr lang="es-CO" err="1"/>
              <a:t>ipsum</a:t>
            </a:r>
            <a:r>
              <a:rPr lang="es-CO"/>
              <a:t> dolor </a:t>
            </a:r>
            <a:r>
              <a:rPr lang="es-CO" err="1"/>
              <a:t>sit</a:t>
            </a:r>
            <a:r>
              <a:rPr lang="es-CO"/>
              <a:t> </a:t>
            </a:r>
            <a:r>
              <a:rPr lang="es-CO" err="1"/>
              <a:t>amet</a:t>
            </a:r>
            <a:r>
              <a:rPr lang="es-CO"/>
              <a:t> </a:t>
            </a:r>
            <a:r>
              <a:rPr lang="es-CO" err="1"/>
              <a:t>consectetur</a:t>
            </a:r>
            <a:r>
              <a:rPr lang="es-CO"/>
              <a:t> </a:t>
            </a:r>
            <a:r>
              <a:rPr lang="es-CO" err="1"/>
              <a:t>adipiscing</a:t>
            </a:r>
            <a:r>
              <a:rPr lang="es-CO"/>
              <a:t> </a:t>
            </a:r>
            <a:r>
              <a:rPr lang="es-CO" err="1"/>
              <a:t>elit</a:t>
            </a:r>
            <a:r>
              <a:rPr lang="es-CO"/>
              <a:t> at, </a:t>
            </a:r>
            <a:r>
              <a:rPr lang="es-CO" err="1"/>
              <a:t>tristique</a:t>
            </a:r>
            <a:r>
              <a:rPr lang="es-CO"/>
              <a:t> </a:t>
            </a:r>
            <a:r>
              <a:rPr lang="es-CO" err="1"/>
              <a:t>senectus</a:t>
            </a:r>
            <a:r>
              <a:rPr lang="es-CO"/>
              <a:t> </a:t>
            </a:r>
            <a:r>
              <a:rPr lang="es-CO" err="1"/>
              <a:t>penatibus</a:t>
            </a:r>
            <a:r>
              <a:rPr lang="es-CO"/>
              <a:t> </a:t>
            </a:r>
            <a:r>
              <a:rPr lang="es-CO" err="1"/>
              <a:t>varius</a:t>
            </a:r>
            <a:r>
              <a:rPr lang="es-CO"/>
              <a:t> </a:t>
            </a:r>
            <a:r>
              <a:rPr lang="es-CO" err="1"/>
              <a:t>cursus</a:t>
            </a:r>
            <a:r>
              <a:rPr lang="es-CO"/>
              <a:t> </a:t>
            </a:r>
            <a:r>
              <a:rPr lang="es-CO" err="1"/>
              <a:t>nibh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pulvinar </a:t>
            </a:r>
            <a:r>
              <a:rPr lang="es-CO" err="1"/>
              <a:t>massa</a:t>
            </a:r>
            <a:r>
              <a:rPr lang="es-CO"/>
              <a:t>, </a:t>
            </a:r>
            <a:r>
              <a:rPr lang="es-CO" err="1"/>
              <a:t>integer</a:t>
            </a:r>
            <a:r>
              <a:rPr lang="es-CO"/>
              <a:t> </a:t>
            </a:r>
            <a:r>
              <a:rPr lang="es-CO" err="1"/>
              <a:t>tincidunt</a:t>
            </a:r>
            <a:r>
              <a:rPr lang="es-CO"/>
              <a:t> </a:t>
            </a:r>
            <a:r>
              <a:rPr lang="es-CO" err="1"/>
              <a:t>erat</a:t>
            </a:r>
            <a:r>
              <a:rPr lang="es-CO"/>
              <a:t> vehicula mi </a:t>
            </a:r>
            <a:r>
              <a:rPr lang="es-CO" err="1"/>
              <a:t>elementum</a:t>
            </a:r>
            <a:r>
              <a:rPr lang="es-CO"/>
              <a:t> </a:t>
            </a:r>
            <a:r>
              <a:rPr lang="es-CO" err="1"/>
              <a:t>facilisi</a:t>
            </a:r>
            <a:r>
              <a:rPr lang="es-CO"/>
              <a:t>. </a:t>
            </a:r>
            <a:r>
              <a:rPr lang="es-CO" err="1"/>
              <a:t>Aliquam</a:t>
            </a:r>
            <a:r>
              <a:rPr lang="es-CO"/>
              <a:t> </a:t>
            </a:r>
            <a:r>
              <a:rPr lang="es-CO" err="1"/>
              <a:t>litora</a:t>
            </a:r>
            <a:r>
              <a:rPr lang="es-CO"/>
              <a:t> </a:t>
            </a:r>
            <a:r>
              <a:rPr lang="es-CO" err="1"/>
              <a:t>dignissim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</a:t>
            </a:r>
            <a:r>
              <a:rPr lang="es-CO" err="1"/>
              <a:t>sollicitudin</a:t>
            </a:r>
            <a:r>
              <a:rPr lang="es-CO"/>
              <a:t> </a:t>
            </a:r>
            <a:r>
              <a:rPr lang="es-CO" err="1"/>
              <a:t>netus</a:t>
            </a:r>
            <a:r>
              <a:rPr lang="es-CO"/>
              <a:t> </a:t>
            </a:r>
            <a:r>
              <a:rPr lang="es-CO" err="1"/>
              <a:t>posuere</a:t>
            </a:r>
            <a:r>
              <a:rPr lang="es-CO"/>
              <a:t>, </a:t>
            </a:r>
            <a:r>
              <a:rPr lang="es-CO" err="1"/>
              <a:t>varius</a:t>
            </a:r>
            <a:r>
              <a:rPr lang="es-CO"/>
              <a:t> </a:t>
            </a:r>
            <a:r>
              <a:rPr lang="es-CO" err="1"/>
              <a:t>tempus</a:t>
            </a:r>
            <a:r>
              <a:rPr lang="es-CO"/>
              <a:t> </a:t>
            </a:r>
            <a:r>
              <a:rPr lang="es-CO" err="1"/>
              <a:t>est</a:t>
            </a:r>
            <a:r>
              <a:rPr lang="es-CO"/>
              <a:t> ornare </a:t>
            </a:r>
            <a:r>
              <a:rPr lang="es-CO" err="1"/>
              <a:t>pretium</a:t>
            </a:r>
            <a:r>
              <a:rPr lang="es-CO"/>
              <a:t> </a:t>
            </a:r>
            <a:r>
              <a:rPr lang="es-CO" err="1"/>
              <a:t>lectus</a:t>
            </a:r>
            <a:r>
              <a:rPr lang="es-CO"/>
              <a:t> </a:t>
            </a:r>
            <a:r>
              <a:rPr lang="es-CO" err="1"/>
              <a:t>suscipit</a:t>
            </a:r>
            <a:r>
              <a:rPr lang="es-CO"/>
              <a:t>, </a:t>
            </a:r>
            <a:r>
              <a:rPr lang="es-CO" err="1"/>
              <a:t>cursus</a:t>
            </a:r>
            <a:r>
              <a:rPr lang="es-CO"/>
              <a:t> et quisque </a:t>
            </a:r>
            <a:r>
              <a:rPr lang="es-CO" err="1"/>
              <a:t>eu</a:t>
            </a:r>
            <a:r>
              <a:rPr lang="es-CO"/>
              <a:t> </a:t>
            </a:r>
            <a:r>
              <a:rPr lang="es-CO" err="1"/>
              <a:t>arcu</a:t>
            </a:r>
            <a:r>
              <a:rPr lang="es-CO"/>
              <a:t>. Eu </a:t>
            </a:r>
            <a:r>
              <a:rPr lang="es-CO" err="1"/>
              <a:t>nisl</a:t>
            </a:r>
            <a:r>
              <a:rPr lang="es-CO"/>
              <a:t> </a:t>
            </a:r>
            <a:r>
              <a:rPr lang="es-CO" err="1"/>
              <a:t>class</a:t>
            </a:r>
            <a:r>
              <a:rPr lang="es-CO"/>
              <a:t> </a:t>
            </a:r>
            <a:r>
              <a:rPr lang="es-CO" err="1"/>
              <a:t>arcu</a:t>
            </a:r>
            <a:r>
              <a:rPr lang="es-CO"/>
              <a:t> </a:t>
            </a:r>
            <a:r>
              <a:rPr lang="es-CO" err="1"/>
              <a:t>posuere</a:t>
            </a:r>
            <a:r>
              <a:rPr lang="es-CO"/>
              <a:t> </a:t>
            </a:r>
            <a:r>
              <a:rPr lang="es-CO" err="1"/>
              <a:t>morbi</a:t>
            </a:r>
            <a:r>
              <a:rPr lang="es-CO"/>
              <a:t> </a:t>
            </a:r>
            <a:r>
              <a:rPr lang="es-CO" err="1"/>
              <a:t>lobortis</a:t>
            </a:r>
            <a:r>
              <a:rPr lang="es-CO"/>
              <a:t> </a:t>
            </a:r>
            <a:r>
              <a:rPr lang="es-CO" err="1"/>
              <a:t>primis</a:t>
            </a:r>
            <a:r>
              <a:rPr lang="es-CO"/>
              <a:t> </a:t>
            </a:r>
            <a:r>
              <a:rPr lang="es-CO" err="1"/>
              <a:t>tristique</a:t>
            </a:r>
            <a:r>
              <a:rPr lang="es-CO"/>
              <a:t>, </a:t>
            </a:r>
            <a:r>
              <a:rPr lang="es-CO" err="1"/>
              <a:t>donec</a:t>
            </a:r>
            <a:r>
              <a:rPr lang="es-CO"/>
              <a:t> </a:t>
            </a:r>
            <a:r>
              <a:rPr lang="es-CO" err="1"/>
              <a:t>viverra</a:t>
            </a:r>
            <a:r>
              <a:rPr lang="es-CO"/>
              <a:t> </a:t>
            </a:r>
            <a:r>
              <a:rPr lang="es-CO" err="1"/>
              <a:t>lectus</a:t>
            </a:r>
            <a:r>
              <a:rPr lang="es-CO"/>
              <a:t> </a:t>
            </a:r>
            <a:r>
              <a:rPr lang="es-CO" err="1"/>
              <a:t>egestas</a:t>
            </a:r>
            <a:r>
              <a:rPr lang="es-CO"/>
              <a:t> </a:t>
            </a:r>
            <a:r>
              <a:rPr lang="es-CO" err="1"/>
              <a:t>nam</a:t>
            </a:r>
            <a:r>
              <a:rPr lang="es-CO"/>
              <a:t> </a:t>
            </a:r>
            <a:r>
              <a:rPr lang="es-CO" err="1"/>
              <a:t>curabitur</a:t>
            </a:r>
            <a:r>
              <a:rPr lang="es-CO"/>
              <a:t> </a:t>
            </a:r>
            <a:r>
              <a:rPr lang="es-CO" err="1"/>
              <a:t>eleifend</a:t>
            </a:r>
            <a:r>
              <a:rPr lang="es-CO"/>
              <a:t> ornare </a:t>
            </a:r>
            <a:r>
              <a:rPr lang="es-CO" err="1"/>
              <a:t>lacus</a:t>
            </a:r>
            <a:r>
              <a:rPr lang="es-CO"/>
              <a:t>, </a:t>
            </a:r>
            <a:r>
              <a:rPr lang="es-CO" err="1"/>
              <a:t>conubia</a:t>
            </a:r>
            <a:r>
              <a:rPr lang="es-CO"/>
              <a:t> </a:t>
            </a:r>
            <a:r>
              <a:rPr lang="es-CO" err="1"/>
              <a:t>diam</a:t>
            </a:r>
            <a:r>
              <a:rPr lang="es-CO"/>
              <a:t> cum </a:t>
            </a:r>
            <a:r>
              <a:rPr lang="es-CO" err="1"/>
              <a:t>luctus</a:t>
            </a:r>
            <a:r>
              <a:rPr lang="es-CO"/>
              <a:t> eros </a:t>
            </a:r>
            <a:r>
              <a:rPr lang="es-CO" err="1"/>
              <a:t>curae</a:t>
            </a:r>
            <a:r>
              <a:rPr lang="es-CO"/>
              <a:t> </a:t>
            </a:r>
            <a:r>
              <a:rPr lang="es-CO" err="1"/>
              <a:t>blandit</a:t>
            </a:r>
            <a:r>
              <a:rPr lang="es-CO"/>
              <a:t>.</a:t>
            </a:r>
          </a:p>
          <a:p>
            <a:pPr fontAlgn="base"/>
            <a:r>
              <a:rPr lang="es-CO"/>
              <a:t>Orci </a:t>
            </a:r>
            <a:r>
              <a:rPr lang="es-CO" err="1"/>
              <a:t>risus</a:t>
            </a:r>
            <a:r>
              <a:rPr lang="es-CO"/>
              <a:t> lacinia </a:t>
            </a:r>
            <a:r>
              <a:rPr lang="es-CO" err="1"/>
              <a:t>elementum</a:t>
            </a:r>
            <a:r>
              <a:rPr lang="es-CO"/>
              <a:t> </a:t>
            </a:r>
            <a:r>
              <a:rPr lang="es-CO" err="1"/>
              <a:t>potenti</a:t>
            </a:r>
            <a:r>
              <a:rPr lang="es-CO"/>
              <a:t> </a:t>
            </a:r>
            <a:r>
              <a:rPr lang="es-CO" err="1"/>
              <a:t>sapien</a:t>
            </a:r>
            <a:r>
              <a:rPr lang="es-CO"/>
              <a:t> </a:t>
            </a:r>
            <a:r>
              <a:rPr lang="es-CO" err="1"/>
              <a:t>nec</a:t>
            </a:r>
            <a:r>
              <a:rPr lang="es-CO"/>
              <a:t> quisque cras, </a:t>
            </a:r>
            <a:r>
              <a:rPr lang="es-CO" err="1"/>
              <a:t>duis</a:t>
            </a:r>
            <a:r>
              <a:rPr lang="es-CO"/>
              <a:t> odio </a:t>
            </a:r>
            <a:r>
              <a:rPr lang="es-CO" err="1"/>
              <a:t>volutpat</a:t>
            </a:r>
            <a:r>
              <a:rPr lang="es-CO"/>
              <a:t> libero </a:t>
            </a:r>
            <a:r>
              <a:rPr lang="es-CO" err="1"/>
              <a:t>bibendum</a:t>
            </a:r>
            <a:r>
              <a:rPr lang="es-CO"/>
              <a:t> auctor </a:t>
            </a:r>
            <a:r>
              <a:rPr lang="es-CO" err="1"/>
              <a:t>aptent</a:t>
            </a:r>
            <a:r>
              <a:rPr lang="es-CO"/>
              <a:t> </a:t>
            </a:r>
            <a:r>
              <a:rPr lang="es-CO" err="1"/>
              <a:t>vivamus</a:t>
            </a:r>
            <a:r>
              <a:rPr lang="es-CO"/>
              <a:t> </a:t>
            </a:r>
            <a:r>
              <a:rPr lang="es-CO" err="1"/>
              <a:t>class</a:t>
            </a:r>
            <a:r>
              <a:rPr lang="es-CO"/>
              <a:t>, </a:t>
            </a:r>
            <a:r>
              <a:rPr lang="es-CO" err="1"/>
              <a:t>tempus</a:t>
            </a:r>
            <a:r>
              <a:rPr lang="es-CO"/>
              <a:t> </a:t>
            </a:r>
            <a:r>
              <a:rPr lang="es-CO" err="1"/>
              <a:t>metus</a:t>
            </a:r>
            <a:r>
              <a:rPr lang="es-CO"/>
              <a:t> </a:t>
            </a:r>
            <a:r>
              <a:rPr lang="es-CO" err="1"/>
              <a:t>est</a:t>
            </a:r>
            <a:r>
              <a:rPr lang="es-CO"/>
              <a:t> </a:t>
            </a:r>
            <a:r>
              <a:rPr lang="es-CO" err="1"/>
              <a:t>integer</a:t>
            </a:r>
            <a:r>
              <a:rPr lang="es-CO"/>
              <a:t> </a:t>
            </a:r>
            <a:r>
              <a:rPr lang="es-CO" err="1"/>
              <a:t>penatibus</a:t>
            </a:r>
            <a:r>
              <a:rPr lang="es-CO"/>
              <a:t> ut magna. </a:t>
            </a:r>
            <a:r>
              <a:rPr lang="es-CO" err="1"/>
              <a:t>Lobortis</a:t>
            </a:r>
            <a:r>
              <a:rPr lang="es-CO"/>
              <a:t> at </a:t>
            </a:r>
            <a:r>
              <a:rPr lang="es-CO" err="1"/>
              <a:t>lectus</a:t>
            </a:r>
            <a:r>
              <a:rPr lang="es-CO"/>
              <a:t> </a:t>
            </a:r>
            <a:r>
              <a:rPr lang="es-CO" err="1"/>
              <a:t>dui</a:t>
            </a:r>
            <a:r>
              <a:rPr lang="es-CO"/>
              <a:t> </a:t>
            </a:r>
            <a:r>
              <a:rPr lang="es-CO" err="1"/>
              <a:t>fermentum</a:t>
            </a:r>
            <a:r>
              <a:rPr lang="es-CO"/>
              <a:t> ac </a:t>
            </a:r>
            <a:r>
              <a:rPr lang="es-CO" err="1"/>
              <a:t>blandit</a:t>
            </a:r>
            <a:r>
              <a:rPr lang="es-CO"/>
              <a:t> sed, neque </a:t>
            </a:r>
            <a:r>
              <a:rPr lang="es-CO" err="1"/>
              <a:t>volutpat</a:t>
            </a:r>
            <a:r>
              <a:rPr lang="es-CO"/>
              <a:t> non </a:t>
            </a:r>
            <a:r>
              <a:rPr lang="es-CO" err="1"/>
              <a:t>turpis</a:t>
            </a:r>
            <a:r>
              <a:rPr lang="es-CO"/>
              <a:t> ad </a:t>
            </a:r>
            <a:r>
              <a:rPr lang="es-CO" err="1"/>
              <a:t>posuere</a:t>
            </a:r>
            <a:r>
              <a:rPr lang="es-CO"/>
              <a:t> cras, </a:t>
            </a:r>
            <a:r>
              <a:rPr lang="es-CO" err="1"/>
              <a:t>etiam</a:t>
            </a:r>
            <a:r>
              <a:rPr lang="es-CO"/>
              <a:t> </a:t>
            </a:r>
            <a:r>
              <a:rPr lang="es-CO" err="1"/>
              <a:t>laoreet</a:t>
            </a:r>
            <a:r>
              <a:rPr lang="es-CO"/>
              <a:t> </a:t>
            </a:r>
            <a:r>
              <a:rPr lang="es-CO" err="1"/>
              <a:t>porttitor</a:t>
            </a:r>
            <a:r>
              <a:rPr lang="es-CO"/>
              <a:t> vehicula </a:t>
            </a:r>
            <a:r>
              <a:rPr lang="es-CO" err="1"/>
              <a:t>senectus</a:t>
            </a:r>
            <a:r>
              <a:rPr lang="es-CO"/>
              <a:t> </a:t>
            </a:r>
            <a:r>
              <a:rPr lang="es-CO" err="1"/>
              <a:t>litora</a:t>
            </a:r>
            <a:r>
              <a:rPr lang="es-CO"/>
              <a:t>. </a:t>
            </a:r>
            <a:r>
              <a:rPr lang="es-CO" err="1"/>
              <a:t>Eleifend</a:t>
            </a:r>
            <a:r>
              <a:rPr lang="es-CO"/>
              <a:t> </a:t>
            </a:r>
            <a:r>
              <a:rPr lang="es-CO" err="1"/>
              <a:t>fermentum</a:t>
            </a:r>
            <a:r>
              <a:rPr lang="es-CO"/>
              <a:t> justo </a:t>
            </a:r>
            <a:r>
              <a:rPr lang="es-CO" err="1"/>
              <a:t>venenatis</a:t>
            </a:r>
            <a:r>
              <a:rPr lang="es-CO"/>
              <a:t> at </a:t>
            </a:r>
            <a:r>
              <a:rPr lang="es-CO" err="1"/>
              <a:t>tristique</a:t>
            </a:r>
            <a:r>
              <a:rPr lang="es-CO"/>
              <a:t> </a:t>
            </a:r>
            <a:r>
              <a:rPr lang="es-CO" err="1"/>
              <a:t>suscipit</a:t>
            </a:r>
            <a:r>
              <a:rPr lang="es-CO"/>
              <a:t> </a:t>
            </a:r>
            <a:r>
              <a:rPr lang="es-CO" err="1"/>
              <a:t>sociis</a:t>
            </a:r>
            <a:r>
              <a:rPr lang="es-CO"/>
              <a:t> </a:t>
            </a:r>
            <a:r>
              <a:rPr lang="es-CO" err="1"/>
              <a:t>sapien</a:t>
            </a:r>
            <a:r>
              <a:rPr lang="es-CO"/>
              <a:t> </a:t>
            </a:r>
            <a:r>
              <a:rPr lang="es-CO" err="1"/>
              <a:t>etiam</a:t>
            </a:r>
            <a:r>
              <a:rPr lang="es-CO"/>
              <a:t> </a:t>
            </a:r>
            <a:r>
              <a:rPr lang="es-CO" err="1"/>
              <a:t>aptent</a:t>
            </a:r>
            <a:r>
              <a:rPr lang="es-CO"/>
              <a:t> </a:t>
            </a:r>
            <a:r>
              <a:rPr lang="es-CO" err="1"/>
              <a:t>rhoncus</a:t>
            </a:r>
            <a:r>
              <a:rPr lang="es-CO"/>
              <a:t>, odio </a:t>
            </a:r>
            <a:r>
              <a:rPr lang="es-CO" err="1"/>
              <a:t>nibh</a:t>
            </a:r>
            <a:r>
              <a:rPr lang="es-CO"/>
              <a:t> </a:t>
            </a:r>
            <a:r>
              <a:rPr lang="es-CO" err="1"/>
              <a:t>potenti</a:t>
            </a:r>
            <a:r>
              <a:rPr lang="es-CO"/>
              <a:t> </a:t>
            </a:r>
            <a:r>
              <a:rPr lang="es-CO" err="1"/>
              <a:t>aenean</a:t>
            </a:r>
            <a:r>
              <a:rPr lang="es-CO"/>
              <a:t> </a:t>
            </a:r>
            <a:r>
              <a:rPr lang="es-CO" err="1"/>
              <a:t>velit</a:t>
            </a:r>
            <a:r>
              <a:rPr lang="es-CO"/>
              <a:t> </a:t>
            </a:r>
            <a:r>
              <a:rPr lang="es-CO" err="1"/>
              <a:t>praesent</a:t>
            </a:r>
            <a:r>
              <a:rPr lang="es-CO"/>
              <a:t> </a:t>
            </a:r>
            <a:r>
              <a:rPr lang="es-CO" err="1"/>
              <a:t>turpis</a:t>
            </a:r>
            <a:r>
              <a:rPr lang="es-CO"/>
              <a:t> eros vitae.</a:t>
            </a:r>
          </a:p>
          <a:p>
            <a:endParaRPr lang="es-ES_tradnl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F45772F-1BFC-EC1A-DFB5-9468420C5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6</a:t>
            </a:fld>
            <a:endParaRPr lang="es-ES_tradnl" sz="1000"/>
          </a:p>
        </p:txBody>
      </p:sp>
      <p:pic>
        <p:nvPicPr>
          <p:cNvPr id="11" name="Imagen 10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08CBAE9-8F59-4A66-BF92-6EB54FBC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982230" y="1539071"/>
            <a:ext cx="9919503" cy="5574074"/>
          </a:xfrm>
          <a:prstGeom prst="rect">
            <a:avLst/>
          </a:prstGeom>
        </p:spPr>
      </p:pic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A8E9447D-30F7-EABE-AB32-0F97778CA18C}"/>
              </a:ext>
            </a:extLst>
          </p:cNvPr>
          <p:cNvSpPr txBox="1">
            <a:spLocks/>
          </p:cNvSpPr>
          <p:nvPr/>
        </p:nvSpPr>
        <p:spPr>
          <a:xfrm>
            <a:off x="5181284" y="1628773"/>
            <a:ext cx="7406956" cy="4895849"/>
          </a:xfrm>
          <a:prstGeom prst="rect">
            <a:avLst/>
          </a:prstGeom>
        </p:spPr>
        <p:txBody>
          <a:bodyPr vert="horz" lIns="91440" tIns="45720" rIns="91440" bIns="45720" numCol="3" spcCol="36000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/>
              <a:t>Lorem</a:t>
            </a:r>
            <a:r>
              <a:rPr lang="es-CO"/>
              <a:t> </a:t>
            </a:r>
            <a:r>
              <a:rPr lang="es-CO" err="1"/>
              <a:t>ipsum</a:t>
            </a:r>
            <a:r>
              <a:rPr lang="es-CO"/>
              <a:t> dolor </a:t>
            </a:r>
            <a:r>
              <a:rPr lang="es-CO" err="1"/>
              <a:t>sit</a:t>
            </a:r>
            <a:r>
              <a:rPr lang="es-CO"/>
              <a:t> </a:t>
            </a:r>
            <a:r>
              <a:rPr lang="es-CO" err="1"/>
              <a:t>amet</a:t>
            </a:r>
            <a:r>
              <a:rPr lang="es-CO"/>
              <a:t> </a:t>
            </a:r>
            <a:r>
              <a:rPr lang="es-CO" err="1"/>
              <a:t>consectetur</a:t>
            </a:r>
            <a:r>
              <a:rPr lang="es-CO"/>
              <a:t> </a:t>
            </a:r>
            <a:r>
              <a:rPr lang="es-CO" err="1"/>
              <a:t>adipiscing</a:t>
            </a:r>
            <a:r>
              <a:rPr lang="es-CO"/>
              <a:t> </a:t>
            </a:r>
            <a:r>
              <a:rPr lang="es-CO" err="1"/>
              <a:t>elit</a:t>
            </a:r>
            <a:r>
              <a:rPr lang="es-CO"/>
              <a:t> at, </a:t>
            </a:r>
            <a:r>
              <a:rPr lang="es-CO" err="1"/>
              <a:t>tristique</a:t>
            </a:r>
            <a:r>
              <a:rPr lang="es-CO"/>
              <a:t> </a:t>
            </a:r>
            <a:r>
              <a:rPr lang="es-CO" err="1"/>
              <a:t>senectus</a:t>
            </a:r>
            <a:r>
              <a:rPr lang="es-CO"/>
              <a:t> </a:t>
            </a:r>
            <a:r>
              <a:rPr lang="es-CO" err="1"/>
              <a:t>penatibus</a:t>
            </a:r>
            <a:r>
              <a:rPr lang="es-CO"/>
              <a:t> </a:t>
            </a:r>
            <a:r>
              <a:rPr lang="es-CO" err="1"/>
              <a:t>varius</a:t>
            </a:r>
            <a:r>
              <a:rPr lang="es-CO"/>
              <a:t> </a:t>
            </a:r>
            <a:r>
              <a:rPr lang="es-CO" err="1"/>
              <a:t>cursus</a:t>
            </a:r>
            <a:r>
              <a:rPr lang="es-CO"/>
              <a:t> </a:t>
            </a:r>
            <a:r>
              <a:rPr lang="es-CO" err="1"/>
              <a:t>nibh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pulvinar </a:t>
            </a:r>
            <a:r>
              <a:rPr lang="es-CO" err="1"/>
              <a:t>massa</a:t>
            </a:r>
            <a:r>
              <a:rPr lang="es-CO"/>
              <a:t>, </a:t>
            </a:r>
            <a:r>
              <a:rPr lang="es-CO" err="1"/>
              <a:t>integer</a:t>
            </a:r>
            <a:r>
              <a:rPr lang="es-CO"/>
              <a:t> </a:t>
            </a:r>
            <a:r>
              <a:rPr lang="es-CO" err="1"/>
              <a:t>tincidunt</a:t>
            </a:r>
            <a:r>
              <a:rPr lang="es-CO"/>
              <a:t> </a:t>
            </a:r>
            <a:r>
              <a:rPr lang="es-CO" err="1"/>
              <a:t>erat</a:t>
            </a:r>
            <a:r>
              <a:rPr lang="es-CO"/>
              <a:t> vehicula mi </a:t>
            </a:r>
            <a:r>
              <a:rPr lang="es-CO" err="1"/>
              <a:t>elementum</a:t>
            </a:r>
            <a:r>
              <a:rPr lang="es-CO"/>
              <a:t> </a:t>
            </a:r>
            <a:r>
              <a:rPr lang="es-CO" err="1"/>
              <a:t>facilisi</a:t>
            </a:r>
            <a:r>
              <a:rPr lang="es-CO"/>
              <a:t>. </a:t>
            </a:r>
            <a:r>
              <a:rPr lang="es-CO" err="1"/>
              <a:t>Aliquam</a:t>
            </a:r>
            <a:r>
              <a:rPr lang="es-CO"/>
              <a:t> </a:t>
            </a:r>
            <a:r>
              <a:rPr lang="es-CO" err="1"/>
              <a:t>litora</a:t>
            </a:r>
            <a:r>
              <a:rPr lang="es-CO"/>
              <a:t> </a:t>
            </a:r>
            <a:r>
              <a:rPr lang="es-CO" err="1"/>
              <a:t>dignissim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</a:t>
            </a:r>
            <a:r>
              <a:rPr lang="es-CO" err="1"/>
              <a:t>sollicitudin</a:t>
            </a:r>
            <a:r>
              <a:rPr lang="es-CO"/>
              <a:t> </a:t>
            </a:r>
            <a:r>
              <a:rPr lang="es-CO" err="1"/>
              <a:t>netus</a:t>
            </a:r>
            <a:r>
              <a:rPr lang="es-CO"/>
              <a:t> </a:t>
            </a:r>
            <a:r>
              <a:rPr lang="es-CO" err="1"/>
              <a:t>posuere</a:t>
            </a:r>
            <a:r>
              <a:rPr lang="es-CO"/>
              <a:t>, </a:t>
            </a:r>
            <a:r>
              <a:rPr lang="es-CO" err="1"/>
              <a:t>varius</a:t>
            </a:r>
            <a:r>
              <a:rPr lang="es-CO"/>
              <a:t> </a:t>
            </a:r>
            <a:r>
              <a:rPr lang="es-CO" err="1"/>
              <a:t>tempus</a:t>
            </a:r>
            <a:r>
              <a:rPr lang="es-CO"/>
              <a:t> </a:t>
            </a:r>
            <a:r>
              <a:rPr lang="es-CO" err="1"/>
              <a:t>est</a:t>
            </a:r>
            <a:r>
              <a:rPr lang="es-CO"/>
              <a:t> ornare </a:t>
            </a:r>
            <a:r>
              <a:rPr lang="es-CO" err="1"/>
              <a:t>pretium</a:t>
            </a:r>
            <a:r>
              <a:rPr lang="es-CO"/>
              <a:t> </a:t>
            </a:r>
            <a:r>
              <a:rPr lang="es-CO" err="1"/>
              <a:t>lectus</a:t>
            </a:r>
            <a:r>
              <a:rPr lang="es-CO"/>
              <a:t> </a:t>
            </a:r>
            <a:r>
              <a:rPr lang="es-CO" err="1"/>
              <a:t>suscipit</a:t>
            </a:r>
            <a:r>
              <a:rPr lang="es-CO"/>
              <a:t>, </a:t>
            </a:r>
            <a:r>
              <a:rPr lang="es-CO" err="1"/>
              <a:t>cursus</a:t>
            </a:r>
            <a:r>
              <a:rPr lang="es-CO"/>
              <a:t> et quisque </a:t>
            </a:r>
            <a:r>
              <a:rPr lang="es-CO" err="1"/>
              <a:t>eu</a:t>
            </a:r>
            <a:r>
              <a:rPr lang="es-CO"/>
              <a:t> </a:t>
            </a:r>
            <a:r>
              <a:rPr lang="es-CO" err="1"/>
              <a:t>arcu</a:t>
            </a:r>
            <a:r>
              <a:rPr lang="es-CO"/>
              <a:t>. Eu </a:t>
            </a:r>
            <a:r>
              <a:rPr lang="es-CO" err="1"/>
              <a:t>nisl</a:t>
            </a:r>
            <a:r>
              <a:rPr lang="es-CO"/>
              <a:t> </a:t>
            </a:r>
            <a:r>
              <a:rPr lang="es-CO" err="1"/>
              <a:t>class</a:t>
            </a:r>
            <a:r>
              <a:rPr lang="es-CO"/>
              <a:t> </a:t>
            </a:r>
            <a:r>
              <a:rPr lang="es-CO" err="1"/>
              <a:t>arcu</a:t>
            </a:r>
            <a:r>
              <a:rPr lang="es-CO"/>
              <a:t> </a:t>
            </a:r>
            <a:r>
              <a:rPr lang="es-CO" err="1"/>
              <a:t>posuere</a:t>
            </a:r>
            <a:r>
              <a:rPr lang="es-CO"/>
              <a:t> </a:t>
            </a:r>
            <a:r>
              <a:rPr lang="es-CO" err="1"/>
              <a:t>morbi</a:t>
            </a:r>
            <a:r>
              <a:rPr lang="es-CO"/>
              <a:t> </a:t>
            </a:r>
            <a:r>
              <a:rPr lang="es-CO" err="1"/>
              <a:t>lobortis</a:t>
            </a:r>
            <a:r>
              <a:rPr lang="es-CO"/>
              <a:t> </a:t>
            </a:r>
            <a:r>
              <a:rPr lang="es-CO" err="1"/>
              <a:t>primis</a:t>
            </a:r>
            <a:r>
              <a:rPr lang="es-CO"/>
              <a:t> </a:t>
            </a:r>
            <a:r>
              <a:rPr lang="es-CO" err="1"/>
              <a:t>tristique</a:t>
            </a:r>
            <a:r>
              <a:rPr lang="es-CO"/>
              <a:t>, </a:t>
            </a:r>
            <a:r>
              <a:rPr lang="es-CO" err="1"/>
              <a:t>donec</a:t>
            </a:r>
            <a:r>
              <a:rPr lang="es-CO"/>
              <a:t> </a:t>
            </a:r>
            <a:r>
              <a:rPr lang="es-CO" err="1"/>
              <a:t>viverra</a:t>
            </a:r>
            <a:r>
              <a:rPr lang="es-CO"/>
              <a:t> </a:t>
            </a:r>
            <a:r>
              <a:rPr lang="es-CO" err="1"/>
              <a:t>lectus</a:t>
            </a:r>
            <a:r>
              <a:rPr lang="es-CO"/>
              <a:t> </a:t>
            </a:r>
            <a:r>
              <a:rPr lang="es-CO" err="1"/>
              <a:t>egestas</a:t>
            </a:r>
            <a:r>
              <a:rPr lang="es-CO"/>
              <a:t> </a:t>
            </a:r>
            <a:r>
              <a:rPr lang="es-CO" err="1"/>
              <a:t>nam</a:t>
            </a:r>
            <a:r>
              <a:rPr lang="es-CO"/>
              <a:t> </a:t>
            </a:r>
            <a:r>
              <a:rPr lang="es-CO" err="1"/>
              <a:t>curabitur</a:t>
            </a:r>
            <a:r>
              <a:rPr lang="es-CO"/>
              <a:t> </a:t>
            </a:r>
            <a:r>
              <a:rPr lang="es-CO" err="1"/>
              <a:t>eleifend</a:t>
            </a:r>
            <a:r>
              <a:rPr lang="es-CO"/>
              <a:t> ornare </a:t>
            </a:r>
            <a:r>
              <a:rPr lang="es-CO" err="1"/>
              <a:t>lacus</a:t>
            </a:r>
            <a:r>
              <a:rPr lang="es-CO"/>
              <a:t>, </a:t>
            </a:r>
            <a:r>
              <a:rPr lang="es-CO" err="1"/>
              <a:t>conubia</a:t>
            </a:r>
            <a:r>
              <a:rPr lang="es-CO"/>
              <a:t> </a:t>
            </a:r>
            <a:r>
              <a:rPr lang="es-CO" err="1"/>
              <a:t>diam</a:t>
            </a:r>
            <a:r>
              <a:rPr lang="es-CO"/>
              <a:t> cum </a:t>
            </a:r>
            <a:r>
              <a:rPr lang="es-CO" err="1"/>
              <a:t>luctus</a:t>
            </a:r>
            <a:r>
              <a:rPr lang="es-CO"/>
              <a:t> eros </a:t>
            </a:r>
            <a:r>
              <a:rPr lang="es-CO" err="1"/>
              <a:t>curae</a:t>
            </a:r>
            <a:r>
              <a:rPr lang="es-CO"/>
              <a:t> </a:t>
            </a:r>
            <a:r>
              <a:rPr lang="es-CO" err="1"/>
              <a:t>blandit</a:t>
            </a:r>
            <a:r>
              <a:rPr lang="es-CO"/>
              <a:t>.</a:t>
            </a:r>
          </a:p>
          <a:p>
            <a:pPr fontAlgn="base"/>
            <a:r>
              <a:rPr lang="es-CO"/>
              <a:t>Orci </a:t>
            </a:r>
            <a:r>
              <a:rPr lang="es-CO" err="1"/>
              <a:t>risus</a:t>
            </a:r>
            <a:r>
              <a:rPr lang="es-CO"/>
              <a:t> lacinia </a:t>
            </a:r>
            <a:r>
              <a:rPr lang="es-CO" err="1"/>
              <a:t>elementum</a:t>
            </a:r>
            <a:r>
              <a:rPr lang="es-CO"/>
              <a:t> </a:t>
            </a:r>
            <a:r>
              <a:rPr lang="es-CO" err="1"/>
              <a:t>potenti</a:t>
            </a:r>
            <a:r>
              <a:rPr lang="es-CO"/>
              <a:t> </a:t>
            </a:r>
            <a:r>
              <a:rPr lang="es-CO" err="1"/>
              <a:t>sapien</a:t>
            </a:r>
            <a:r>
              <a:rPr lang="es-CO"/>
              <a:t> </a:t>
            </a:r>
            <a:r>
              <a:rPr lang="es-CO" err="1"/>
              <a:t>nec</a:t>
            </a:r>
            <a:r>
              <a:rPr lang="es-CO"/>
              <a:t> quisque cras, </a:t>
            </a:r>
            <a:r>
              <a:rPr lang="es-CO" err="1"/>
              <a:t>duis</a:t>
            </a:r>
            <a:r>
              <a:rPr lang="es-CO"/>
              <a:t> odio </a:t>
            </a:r>
            <a:r>
              <a:rPr lang="es-CO" err="1"/>
              <a:t>volutpat</a:t>
            </a:r>
            <a:r>
              <a:rPr lang="es-CO"/>
              <a:t> libero </a:t>
            </a:r>
            <a:r>
              <a:rPr lang="es-CO" err="1"/>
              <a:t>bibendum</a:t>
            </a:r>
            <a:r>
              <a:rPr lang="es-CO"/>
              <a:t> auctor </a:t>
            </a:r>
            <a:r>
              <a:rPr lang="es-CO" err="1"/>
              <a:t>aptent</a:t>
            </a:r>
            <a:r>
              <a:rPr lang="es-CO"/>
              <a:t> </a:t>
            </a:r>
            <a:r>
              <a:rPr lang="es-CO" err="1"/>
              <a:t>vivamus</a:t>
            </a:r>
            <a:r>
              <a:rPr lang="es-CO"/>
              <a:t> </a:t>
            </a:r>
            <a:r>
              <a:rPr lang="es-CO" err="1"/>
              <a:t>class</a:t>
            </a:r>
            <a:r>
              <a:rPr lang="es-CO"/>
              <a:t>, </a:t>
            </a:r>
            <a:r>
              <a:rPr lang="es-CO" err="1"/>
              <a:t>tempus</a:t>
            </a:r>
            <a:r>
              <a:rPr lang="es-CO"/>
              <a:t> </a:t>
            </a:r>
            <a:r>
              <a:rPr lang="es-CO" err="1"/>
              <a:t>metus</a:t>
            </a:r>
            <a:r>
              <a:rPr lang="es-CO"/>
              <a:t> </a:t>
            </a:r>
            <a:r>
              <a:rPr lang="es-CO" err="1"/>
              <a:t>est</a:t>
            </a:r>
            <a:r>
              <a:rPr lang="es-CO"/>
              <a:t> </a:t>
            </a:r>
            <a:r>
              <a:rPr lang="es-CO" err="1"/>
              <a:t>integer</a:t>
            </a:r>
            <a:r>
              <a:rPr lang="es-CO"/>
              <a:t> </a:t>
            </a:r>
            <a:r>
              <a:rPr lang="es-CO" err="1"/>
              <a:t>penatibus</a:t>
            </a:r>
            <a:r>
              <a:rPr lang="es-CO"/>
              <a:t> ut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576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71B1FE5-49E8-305C-67AA-2EEDB3020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7</a:t>
            </a:fld>
            <a:endParaRPr lang="es-ES_tradnl" sz="1000"/>
          </a:p>
        </p:txBody>
      </p:sp>
      <p:pic>
        <p:nvPicPr>
          <p:cNvPr id="6" name="Imagen 5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E4B9A577-EBFE-9667-84DD-2AFE7364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17" name="Imagen 1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5D21599D-3D35-3676-8EF4-70E5A2CA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AFF411C-EAE9-D636-A7E7-953F8AF0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651" y="576263"/>
            <a:ext cx="8905114" cy="2852737"/>
          </a:xfrm>
        </p:spPr>
        <p:txBody>
          <a:bodyPr/>
          <a:lstStyle/>
          <a:p>
            <a:r>
              <a:rPr lang="es-CO"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D88E0A4A-9D10-5EF8-47B7-D7EA37060660}"/>
              </a:ext>
            </a:extLst>
          </p:cNvPr>
          <p:cNvSpPr txBox="1">
            <a:spLocks/>
          </p:cNvSpPr>
          <p:nvPr/>
        </p:nvSpPr>
        <p:spPr>
          <a:xfrm>
            <a:off x="949651" y="3455987"/>
            <a:ext cx="7766086" cy="15001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/>
              <a:t>Lorem</a:t>
            </a:r>
            <a:r>
              <a:rPr lang="es-CO"/>
              <a:t> </a:t>
            </a:r>
            <a:r>
              <a:rPr lang="es-CO" err="1"/>
              <a:t>ipsum</a:t>
            </a:r>
            <a:r>
              <a:rPr lang="es-CO"/>
              <a:t> dolor </a:t>
            </a:r>
            <a:r>
              <a:rPr lang="es-CO" err="1"/>
              <a:t>sit</a:t>
            </a:r>
            <a:r>
              <a:rPr lang="es-CO"/>
              <a:t> </a:t>
            </a:r>
            <a:r>
              <a:rPr lang="es-CO" err="1"/>
              <a:t>amet</a:t>
            </a:r>
            <a:r>
              <a:rPr lang="es-CO"/>
              <a:t> </a:t>
            </a:r>
            <a:r>
              <a:rPr lang="es-CO" err="1"/>
              <a:t>consectetur</a:t>
            </a:r>
            <a:r>
              <a:rPr lang="es-CO"/>
              <a:t> </a:t>
            </a:r>
            <a:r>
              <a:rPr lang="es-CO" err="1"/>
              <a:t>adipiscing</a:t>
            </a:r>
            <a:r>
              <a:rPr lang="es-CO"/>
              <a:t> </a:t>
            </a:r>
            <a:r>
              <a:rPr lang="es-CO" err="1"/>
              <a:t>elit</a:t>
            </a:r>
            <a:r>
              <a:rPr lang="es-CO"/>
              <a:t> at, </a:t>
            </a:r>
            <a:r>
              <a:rPr lang="es-CO" err="1"/>
              <a:t>tristique</a:t>
            </a:r>
            <a:r>
              <a:rPr lang="es-CO"/>
              <a:t> </a:t>
            </a:r>
            <a:r>
              <a:rPr lang="es-CO" err="1"/>
              <a:t>senectus</a:t>
            </a:r>
            <a:r>
              <a:rPr lang="es-CO"/>
              <a:t> </a:t>
            </a:r>
            <a:r>
              <a:rPr lang="es-CO" err="1"/>
              <a:t>penatibus</a:t>
            </a:r>
            <a:r>
              <a:rPr lang="es-CO"/>
              <a:t> </a:t>
            </a:r>
            <a:r>
              <a:rPr lang="es-CO" err="1"/>
              <a:t>varius</a:t>
            </a:r>
            <a:r>
              <a:rPr lang="es-CO"/>
              <a:t> </a:t>
            </a:r>
            <a:r>
              <a:rPr lang="es-CO" err="1"/>
              <a:t>cursus</a:t>
            </a:r>
            <a:r>
              <a:rPr lang="es-CO"/>
              <a:t> </a:t>
            </a:r>
            <a:r>
              <a:rPr lang="es-CO" err="1"/>
              <a:t>nibh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pulvinar </a:t>
            </a:r>
            <a:r>
              <a:rPr lang="es-CO" err="1"/>
              <a:t>massa</a:t>
            </a:r>
            <a:r>
              <a:rPr lang="es-CO"/>
              <a:t>, </a:t>
            </a:r>
            <a:r>
              <a:rPr lang="es-CO" err="1"/>
              <a:t>integer</a:t>
            </a:r>
            <a:r>
              <a:rPr lang="es-CO"/>
              <a:t> </a:t>
            </a:r>
            <a:r>
              <a:rPr lang="es-CO" err="1"/>
              <a:t>tincidunt</a:t>
            </a:r>
            <a:r>
              <a:rPr lang="es-CO"/>
              <a:t> </a:t>
            </a:r>
            <a:r>
              <a:rPr lang="es-CO" err="1"/>
              <a:t>erat</a:t>
            </a:r>
            <a:r>
              <a:rPr lang="es-CO"/>
              <a:t> vehicula mi </a:t>
            </a:r>
            <a:r>
              <a:rPr lang="es-CO" err="1"/>
              <a:t>elementum</a:t>
            </a:r>
            <a:r>
              <a:rPr lang="es-CO"/>
              <a:t> </a:t>
            </a:r>
            <a:r>
              <a:rPr lang="es-CO" err="1"/>
              <a:t>facilisi</a:t>
            </a:r>
            <a:r>
              <a:rPr lang="es-CO"/>
              <a:t>. </a:t>
            </a:r>
            <a:r>
              <a:rPr lang="es-CO" err="1"/>
              <a:t>Aliquam</a:t>
            </a:r>
            <a:r>
              <a:rPr lang="es-CO"/>
              <a:t> </a:t>
            </a:r>
            <a:r>
              <a:rPr lang="es-CO" err="1"/>
              <a:t>litora</a:t>
            </a:r>
            <a:r>
              <a:rPr lang="es-CO"/>
              <a:t> </a:t>
            </a:r>
            <a:r>
              <a:rPr lang="es-CO" err="1"/>
              <a:t>dignissim</a:t>
            </a:r>
            <a:r>
              <a:rPr lang="es-CO"/>
              <a:t> </a:t>
            </a:r>
            <a:r>
              <a:rPr lang="es-CO" err="1"/>
              <a:t>hendrerit</a:t>
            </a:r>
            <a:r>
              <a:rPr lang="es-CO"/>
              <a:t> </a:t>
            </a:r>
            <a:r>
              <a:rPr lang="es-CO" err="1"/>
              <a:t>sollicitudin</a:t>
            </a:r>
            <a:r>
              <a:rPr lang="es-CO"/>
              <a:t> </a:t>
            </a:r>
            <a:r>
              <a:rPr lang="es-CO" err="1"/>
              <a:t>netus</a:t>
            </a:r>
            <a:r>
              <a:rPr lang="es-CO"/>
              <a:t> </a:t>
            </a:r>
            <a:r>
              <a:rPr lang="es-CO" err="1"/>
              <a:t>posuere</a:t>
            </a:r>
            <a:r>
              <a:rPr lang="es-CO"/>
              <a:t>.</a:t>
            </a:r>
          </a:p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083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A09B1E-6BAE-95BB-0BBF-123CF2C89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8</a:t>
            </a:fld>
            <a:endParaRPr lang="es-ES_tradnl" sz="1000"/>
          </a:p>
        </p:txBody>
      </p:sp>
      <p:pic>
        <p:nvPicPr>
          <p:cNvPr id="8" name="Imagen 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FD870812-987C-D46A-56A5-567719FA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6948155E-6163-E469-7243-84A46C29C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8"/>
            <a:ext cx="1053147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D0FC757-D97E-0DF1-ED2B-AE910075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617" y="-482471"/>
            <a:ext cx="8905114" cy="2852737"/>
          </a:xfrm>
        </p:spPr>
        <p:txBody>
          <a:bodyPr/>
          <a:lstStyle/>
          <a:p>
            <a:r>
              <a:rPr lang="es-CO">
                <a:solidFill>
                  <a:schemeClr val="bg1"/>
                </a:solidFill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09C0CE7-C067-0659-3393-EE588C294EF6}"/>
              </a:ext>
            </a:extLst>
          </p:cNvPr>
          <p:cNvSpPr txBox="1">
            <a:spLocks/>
          </p:cNvSpPr>
          <p:nvPr/>
        </p:nvSpPr>
        <p:spPr>
          <a:xfrm>
            <a:off x="4670617" y="2476783"/>
            <a:ext cx="7146172" cy="6858001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  <a:p>
            <a:pPr fontAlgn="base"/>
            <a:r>
              <a:rPr lang="es-CO">
                <a:solidFill>
                  <a:schemeClr val="bg1"/>
                </a:solidFill>
              </a:rPr>
              <a:t>Orci </a:t>
            </a:r>
            <a:r>
              <a:rPr lang="es-CO" err="1">
                <a:solidFill>
                  <a:schemeClr val="bg1"/>
                </a:solidFill>
              </a:rPr>
              <a:t>risus</a:t>
            </a:r>
            <a:r>
              <a:rPr lang="es-CO">
                <a:solidFill>
                  <a:schemeClr val="bg1"/>
                </a:solidFill>
              </a:rPr>
              <a:t> lacinia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potenti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sapien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nec</a:t>
            </a:r>
            <a:r>
              <a:rPr lang="es-CO">
                <a:solidFill>
                  <a:schemeClr val="bg1"/>
                </a:solidFill>
              </a:rPr>
              <a:t> quisque cras, </a:t>
            </a:r>
            <a:r>
              <a:rPr lang="es-CO" err="1">
                <a:solidFill>
                  <a:schemeClr val="bg1"/>
                </a:solidFill>
              </a:rPr>
              <a:t>duis</a:t>
            </a:r>
            <a:r>
              <a:rPr lang="es-CO">
                <a:solidFill>
                  <a:schemeClr val="bg1"/>
                </a:solidFill>
              </a:rPr>
              <a:t> odio </a:t>
            </a:r>
            <a:r>
              <a:rPr lang="es-CO" err="1">
                <a:solidFill>
                  <a:schemeClr val="bg1"/>
                </a:solidFill>
              </a:rPr>
              <a:t>volutpat</a:t>
            </a:r>
            <a:r>
              <a:rPr lang="es-CO">
                <a:solidFill>
                  <a:schemeClr val="bg1"/>
                </a:solidFill>
              </a:rPr>
              <a:t> libero </a:t>
            </a:r>
            <a:r>
              <a:rPr lang="es-CO" err="1">
                <a:solidFill>
                  <a:schemeClr val="bg1"/>
                </a:solidFill>
              </a:rPr>
              <a:t>bibendum</a:t>
            </a:r>
            <a:r>
              <a:rPr lang="es-CO">
                <a:solidFill>
                  <a:schemeClr val="bg1"/>
                </a:solidFill>
              </a:rPr>
              <a:t> auctor </a:t>
            </a:r>
            <a:r>
              <a:rPr lang="es-CO" err="1">
                <a:solidFill>
                  <a:schemeClr val="bg1"/>
                </a:solidFill>
              </a:rPr>
              <a:t>aptent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vivamus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class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metus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ut magna. </a:t>
            </a:r>
            <a:r>
              <a:rPr lang="es-CO" err="1">
                <a:solidFill>
                  <a:schemeClr val="bg1"/>
                </a:solidFill>
              </a:rPr>
              <a:t>Lobortis</a:t>
            </a:r>
            <a:r>
              <a:rPr lang="es-CO">
                <a:solidFill>
                  <a:schemeClr val="bg1"/>
                </a:solidFill>
              </a:rPr>
              <a:t> at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dui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fermentum</a:t>
            </a:r>
            <a:r>
              <a:rPr lang="es-CO">
                <a:solidFill>
                  <a:schemeClr val="bg1"/>
                </a:solidFill>
              </a:rPr>
              <a:t> ac </a:t>
            </a:r>
            <a:r>
              <a:rPr lang="es-CO" err="1">
                <a:solidFill>
                  <a:schemeClr val="bg1"/>
                </a:solidFill>
              </a:rPr>
              <a:t>blandit</a:t>
            </a:r>
            <a:r>
              <a:rPr lang="es-CO">
                <a:solidFill>
                  <a:schemeClr val="bg1"/>
                </a:solidFill>
              </a:rPr>
              <a:t> sed, neque </a:t>
            </a:r>
            <a:r>
              <a:rPr lang="es-CO" err="1">
                <a:solidFill>
                  <a:schemeClr val="bg1"/>
                </a:solidFill>
              </a:rPr>
              <a:t>volutpat</a:t>
            </a:r>
            <a:r>
              <a:rPr lang="es-CO">
                <a:solidFill>
                  <a:schemeClr val="bg1"/>
                </a:solidFill>
              </a:rPr>
              <a:t> non </a:t>
            </a:r>
            <a:r>
              <a:rPr lang="es-CO" err="1">
                <a:solidFill>
                  <a:schemeClr val="bg1"/>
                </a:solidFill>
              </a:rPr>
              <a:t>turpis</a:t>
            </a:r>
            <a:r>
              <a:rPr lang="es-CO">
                <a:solidFill>
                  <a:schemeClr val="bg1"/>
                </a:solidFill>
              </a:rPr>
              <a:t> ad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 cras, </a:t>
            </a:r>
            <a:r>
              <a:rPr lang="es-CO" err="1">
                <a:solidFill>
                  <a:schemeClr val="bg1"/>
                </a:solidFill>
              </a:rPr>
              <a:t>etiam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laoreet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porttitor</a:t>
            </a:r>
            <a:r>
              <a:rPr lang="es-CO">
                <a:solidFill>
                  <a:schemeClr val="bg1"/>
                </a:solidFill>
              </a:rPr>
              <a:t> vehicula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Eleifend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fermentum</a:t>
            </a:r>
            <a:r>
              <a:rPr lang="es-CO">
                <a:solidFill>
                  <a:schemeClr val="bg1"/>
                </a:solidFill>
              </a:rPr>
              <a:t> justo </a:t>
            </a:r>
            <a:r>
              <a:rPr lang="es-CO" err="1">
                <a:solidFill>
                  <a:schemeClr val="bg1"/>
                </a:solidFill>
              </a:rPr>
              <a:t>venenatis</a:t>
            </a:r>
            <a:r>
              <a:rPr lang="es-CO">
                <a:solidFill>
                  <a:schemeClr val="bg1"/>
                </a:solidFill>
              </a:rPr>
              <a:t> at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sociis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sapien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etiam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aptent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rhoncus</a:t>
            </a:r>
            <a:r>
              <a:rPr lang="es-CO">
                <a:solidFill>
                  <a:schemeClr val="bg1"/>
                </a:solidFill>
              </a:rPr>
              <a:t>, odio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potenti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aenean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velit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praesent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turpis</a:t>
            </a:r>
            <a:r>
              <a:rPr lang="es-CO">
                <a:solidFill>
                  <a:schemeClr val="bg1"/>
                </a:solidFill>
              </a:rPr>
              <a:t> eros vitae.</a:t>
            </a:r>
          </a:p>
          <a:p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28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DDD0-4560-6ED3-0BB1-0B3EE462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7230E2-C3A4-E5CD-B8D8-DF729C099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9</a:t>
            </a:fld>
            <a:endParaRPr lang="es-ES_tradnl" sz="1000"/>
          </a:p>
        </p:txBody>
      </p:sp>
      <p:pic>
        <p:nvPicPr>
          <p:cNvPr id="6" name="Imagen 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05E8414B-97B1-D3B1-7671-4AFAAB8B1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963" y="1043224"/>
            <a:ext cx="12191999" cy="6858000"/>
          </a:xfrm>
          <a:prstGeom prst="rect">
            <a:avLst/>
          </a:prstGeom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ADA3B400-2E63-AB6A-B1D6-D02BD6A9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8"/>
            <a:ext cx="1053147" cy="61052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CADD0DD5-CBD6-33C9-F773-B53B07DCDDFE}"/>
              </a:ext>
            </a:extLst>
          </p:cNvPr>
          <p:cNvSpPr txBox="1">
            <a:spLocks/>
          </p:cNvSpPr>
          <p:nvPr/>
        </p:nvSpPr>
        <p:spPr>
          <a:xfrm>
            <a:off x="1022906" y="-1142397"/>
            <a:ext cx="890511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spc="-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>
                <a:solidFill>
                  <a:schemeClr val="bg1"/>
                </a:solidFill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CD61A4D-B0ED-70E5-B2B0-CDA5CB277D91}"/>
              </a:ext>
            </a:extLst>
          </p:cNvPr>
          <p:cNvSpPr txBox="1">
            <a:spLocks/>
          </p:cNvSpPr>
          <p:nvPr/>
        </p:nvSpPr>
        <p:spPr>
          <a:xfrm>
            <a:off x="1022906" y="1710341"/>
            <a:ext cx="7146172" cy="755068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83E2D80B-D749-946A-725D-4991F6E7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¿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68C82FE-7ECA-ACC8-8DF3-1C5639984A2D}"/>
              </a:ext>
            </a:extLst>
          </p:cNvPr>
          <p:cNvSpPr txBox="1">
            <a:spLocks/>
          </p:cNvSpPr>
          <p:nvPr/>
        </p:nvSpPr>
        <p:spPr>
          <a:xfrm>
            <a:off x="9033477" y="432704"/>
            <a:ext cx="890511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spc="-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>
                <a:solidFill>
                  <a:schemeClr val="bg1"/>
                </a:solidFill>
                <a:latin typeface="Bariol" panose="02000506040000020003" pitchFamily="50" charset="0"/>
              </a:rPr>
              <a:t>Subtítulo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75646921-4C86-4774-8050-57C2CB8E56C6}"/>
              </a:ext>
            </a:extLst>
          </p:cNvPr>
          <p:cNvSpPr txBox="1">
            <a:spLocks/>
          </p:cNvSpPr>
          <p:nvPr/>
        </p:nvSpPr>
        <p:spPr>
          <a:xfrm>
            <a:off x="3755729" y="3231636"/>
            <a:ext cx="7146172" cy="755068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82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9D25-FC1A-729E-B3B2-49C72104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18E6B95-780E-C0C8-FD80-78AD287D4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10</a:t>
            </a:fld>
            <a:endParaRPr lang="es-ES_tradnl" sz="1000"/>
          </a:p>
        </p:txBody>
      </p:sp>
      <p:pic>
        <p:nvPicPr>
          <p:cNvPr id="12" name="Imagen 11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EAFE6337-5BC9-D7BA-67FE-68CB1E857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813" y="713184"/>
            <a:ext cx="12191999" cy="6858000"/>
          </a:xfrm>
          <a:prstGeom prst="rect">
            <a:avLst/>
          </a:prstGeom>
        </p:spPr>
      </p:pic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6F2C3DEB-3068-153F-2252-D9D5DFCD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F101DA4E-B267-1239-490D-3E9FC384E1A3}"/>
              </a:ext>
            </a:extLst>
          </p:cNvPr>
          <p:cNvSpPr txBox="1">
            <a:spLocks/>
          </p:cNvSpPr>
          <p:nvPr/>
        </p:nvSpPr>
        <p:spPr>
          <a:xfrm>
            <a:off x="369329" y="2637929"/>
            <a:ext cx="1620078" cy="1582142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6600">
                <a:solidFill>
                  <a:schemeClr val="bg1"/>
                </a:solidFill>
                <a:latin typeface="Bariol" panose="02000506040000020003" pitchFamily="50" charset="0"/>
              </a:rPr>
              <a:t>1</a:t>
            </a: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ED9C5867-802D-BAB0-8B60-B1DA9A8C932A}"/>
              </a:ext>
            </a:extLst>
          </p:cNvPr>
          <p:cNvSpPr txBox="1">
            <a:spLocks/>
          </p:cNvSpPr>
          <p:nvPr/>
        </p:nvSpPr>
        <p:spPr>
          <a:xfrm>
            <a:off x="6400800" y="2637929"/>
            <a:ext cx="1620078" cy="1582142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6600">
                <a:solidFill>
                  <a:schemeClr val="bg1"/>
                </a:solidFill>
                <a:latin typeface="Bariol" panose="02000506040000020003" pitchFamily="50" charset="0"/>
              </a:rPr>
              <a:t>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0217DE0-5C6E-DF1C-A7D9-5A5D32108314}"/>
              </a:ext>
            </a:extLst>
          </p:cNvPr>
          <p:cNvSpPr txBox="1">
            <a:spLocks/>
          </p:cNvSpPr>
          <p:nvPr/>
        </p:nvSpPr>
        <p:spPr>
          <a:xfrm>
            <a:off x="4878626" y="-1092995"/>
            <a:ext cx="220797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spc="-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600">
                <a:solidFill>
                  <a:schemeClr val="tx2"/>
                </a:solidFill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5AE5D6A4-2FE4-C3EE-E591-846A37BB0850}"/>
              </a:ext>
            </a:extLst>
          </p:cNvPr>
          <p:cNvSpPr txBox="1">
            <a:spLocks/>
          </p:cNvSpPr>
          <p:nvPr/>
        </p:nvSpPr>
        <p:spPr>
          <a:xfrm>
            <a:off x="369329" y="3764650"/>
            <a:ext cx="5101831" cy="1548416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9FBE8E-6096-F282-F9C5-761D980EF3CD}"/>
              </a:ext>
            </a:extLst>
          </p:cNvPr>
          <p:cNvSpPr txBox="1">
            <a:spLocks/>
          </p:cNvSpPr>
          <p:nvPr/>
        </p:nvSpPr>
        <p:spPr>
          <a:xfrm>
            <a:off x="6400800" y="3764650"/>
            <a:ext cx="5101831" cy="1548416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973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98AC-9836-7B70-A62F-A5B8C031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278719A-83BC-240E-AB92-1803F93CD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11</a:t>
            </a:fld>
            <a:endParaRPr lang="es-ES_tradnl" sz="1000"/>
          </a:p>
        </p:txBody>
      </p:sp>
      <p:pic>
        <p:nvPicPr>
          <p:cNvPr id="14" name="Imagen 13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7AB886E9-99AF-98EC-F3E8-CB6C4B16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45574"/>
            <a:ext cx="12191999" cy="6858000"/>
          </a:xfrm>
          <a:prstGeom prst="rect">
            <a:avLst/>
          </a:prstGeom>
        </p:spPr>
      </p:pic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5BE4F5A7-AECF-2935-7FC7-7BD9BB138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37E4B44-36DB-DD50-220D-11E169F941B5}"/>
              </a:ext>
            </a:extLst>
          </p:cNvPr>
          <p:cNvSpPr txBox="1">
            <a:spLocks/>
          </p:cNvSpPr>
          <p:nvPr/>
        </p:nvSpPr>
        <p:spPr>
          <a:xfrm>
            <a:off x="760752" y="198728"/>
            <a:ext cx="890511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spc="-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>
                <a:solidFill>
                  <a:schemeClr val="bg1"/>
                </a:solidFill>
                <a:latin typeface="Bariol" panose="02000506040000020003" pitchFamily="50" charset="0"/>
              </a:rPr>
              <a:t>Subtítulo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83FDAFE-5B27-7F84-B1B9-4262855B7405}"/>
              </a:ext>
            </a:extLst>
          </p:cNvPr>
          <p:cNvSpPr txBox="1">
            <a:spLocks/>
          </p:cNvSpPr>
          <p:nvPr/>
        </p:nvSpPr>
        <p:spPr>
          <a:xfrm>
            <a:off x="760752" y="3051466"/>
            <a:ext cx="7146172" cy="755068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36039C3-FF56-B1F0-A72D-652FDEA2A3EE}"/>
              </a:ext>
            </a:extLst>
          </p:cNvPr>
          <p:cNvSpPr txBox="1">
            <a:spLocks/>
          </p:cNvSpPr>
          <p:nvPr/>
        </p:nvSpPr>
        <p:spPr>
          <a:xfrm>
            <a:off x="4992012" y="-1534955"/>
            <a:ext cx="220797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spc="-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600">
                <a:solidFill>
                  <a:schemeClr val="accent2"/>
                </a:solidFill>
                <a:latin typeface="Bariol" panose="02000506040000020003" pitchFamily="50" charset="0"/>
              </a:rPr>
              <a:t>Título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1869190-D12F-77B9-3B7C-5C9BD7E2B12C}"/>
              </a:ext>
            </a:extLst>
          </p:cNvPr>
          <p:cNvSpPr txBox="1">
            <a:spLocks/>
          </p:cNvSpPr>
          <p:nvPr/>
        </p:nvSpPr>
        <p:spPr>
          <a:xfrm>
            <a:off x="760752" y="1733682"/>
            <a:ext cx="890511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kern="1200" spc="-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>
                <a:solidFill>
                  <a:schemeClr val="bg1"/>
                </a:solidFill>
                <a:latin typeface="Bariol" panose="02000506040000020003" pitchFamily="50" charset="0"/>
              </a:rPr>
              <a:t>Subtítulo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A5FDE81-35D3-7AEE-2548-D51AEEBE9CC9}"/>
              </a:ext>
            </a:extLst>
          </p:cNvPr>
          <p:cNvSpPr txBox="1">
            <a:spLocks/>
          </p:cNvSpPr>
          <p:nvPr/>
        </p:nvSpPr>
        <p:spPr>
          <a:xfrm>
            <a:off x="760752" y="4586420"/>
            <a:ext cx="7146172" cy="755068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err="1">
                <a:solidFill>
                  <a:schemeClr val="bg1"/>
                </a:solidFill>
              </a:rPr>
              <a:t>Lorem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ipsum</a:t>
            </a:r>
            <a:r>
              <a:rPr lang="es-CO">
                <a:solidFill>
                  <a:schemeClr val="bg1"/>
                </a:solidFill>
              </a:rPr>
              <a:t> dolor </a:t>
            </a:r>
            <a:r>
              <a:rPr lang="es-CO" err="1">
                <a:solidFill>
                  <a:schemeClr val="bg1"/>
                </a:solidFill>
              </a:rPr>
              <a:t>sit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amet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consectetur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adipiscing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elit</a:t>
            </a:r>
            <a:r>
              <a:rPr lang="es-CO">
                <a:solidFill>
                  <a:schemeClr val="bg1"/>
                </a:solidFill>
              </a:rPr>
              <a:t> at, </a:t>
            </a:r>
            <a:r>
              <a:rPr lang="es-CO" err="1">
                <a:solidFill>
                  <a:schemeClr val="bg1"/>
                </a:solidFill>
              </a:rPr>
              <a:t>tristique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senectus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penatibus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cursus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nibh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pulvinar </a:t>
            </a:r>
            <a:r>
              <a:rPr lang="es-CO" err="1">
                <a:solidFill>
                  <a:schemeClr val="bg1"/>
                </a:solidFill>
              </a:rPr>
              <a:t>massa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integer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tincidunt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erat</a:t>
            </a:r>
            <a:r>
              <a:rPr lang="es-CO">
                <a:solidFill>
                  <a:schemeClr val="bg1"/>
                </a:solidFill>
              </a:rPr>
              <a:t> vehicula mi </a:t>
            </a:r>
            <a:r>
              <a:rPr lang="es-CO" err="1">
                <a:solidFill>
                  <a:schemeClr val="bg1"/>
                </a:solidFill>
              </a:rPr>
              <a:t>elementum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facilisi</a:t>
            </a:r>
            <a:r>
              <a:rPr lang="es-CO">
                <a:solidFill>
                  <a:schemeClr val="bg1"/>
                </a:solidFill>
              </a:rPr>
              <a:t>. </a:t>
            </a:r>
            <a:r>
              <a:rPr lang="es-CO" err="1">
                <a:solidFill>
                  <a:schemeClr val="bg1"/>
                </a:solidFill>
              </a:rPr>
              <a:t>Aliquam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litora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dignissim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hendrerit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sollicitudin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netus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posuere</a:t>
            </a:r>
            <a:r>
              <a:rPr lang="es-CO">
                <a:solidFill>
                  <a:schemeClr val="bg1"/>
                </a:solidFill>
              </a:rPr>
              <a:t>, </a:t>
            </a:r>
            <a:r>
              <a:rPr lang="es-CO" err="1">
                <a:solidFill>
                  <a:schemeClr val="bg1"/>
                </a:solidFill>
              </a:rPr>
              <a:t>varius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tempus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est</a:t>
            </a:r>
            <a:r>
              <a:rPr lang="es-CO">
                <a:solidFill>
                  <a:schemeClr val="bg1"/>
                </a:solidFill>
              </a:rPr>
              <a:t> ornare </a:t>
            </a:r>
            <a:r>
              <a:rPr lang="es-CO" err="1">
                <a:solidFill>
                  <a:schemeClr val="bg1"/>
                </a:solidFill>
              </a:rPr>
              <a:t>pretium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lectus</a:t>
            </a:r>
            <a:r>
              <a:rPr lang="es-CO">
                <a:solidFill>
                  <a:schemeClr val="bg1"/>
                </a:solidFill>
              </a:rPr>
              <a:t> </a:t>
            </a:r>
            <a:r>
              <a:rPr lang="es-CO" err="1">
                <a:solidFill>
                  <a:schemeClr val="bg1"/>
                </a:solidFill>
              </a:rPr>
              <a:t>suscipit</a:t>
            </a:r>
            <a:r>
              <a:rPr lang="es-CO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5" name="Imagen 14" descr="Una mujer sentada frente a una computadora&#10;&#10;El contenido generado por IA puede ser incorrecto.">
            <a:extLst>
              <a:ext uri="{FF2B5EF4-FFF2-40B4-BE49-F238E27FC236}">
                <a16:creationId xmlns:a16="http://schemas.microsoft.com/office/drawing/2014/main" id="{7667C406-0750-8413-CDA8-5F51E6CB7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59" y="2636520"/>
            <a:ext cx="5628640" cy="42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9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1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-ISA">
  <a:themeElements>
    <a:clrScheme name="Hi - El Hub de ISA">
      <a:dk1>
        <a:srgbClr val="4C4C4C"/>
      </a:dk1>
      <a:lt1>
        <a:srgbClr val="FFFFFF"/>
      </a:lt1>
      <a:dk2>
        <a:srgbClr val="002F86"/>
      </a:dk2>
      <a:lt2>
        <a:srgbClr val="F2F7FF"/>
      </a:lt2>
      <a:accent1>
        <a:srgbClr val="002F86"/>
      </a:accent1>
      <a:accent2>
        <a:srgbClr val="FF6900"/>
      </a:accent2>
      <a:accent3>
        <a:srgbClr val="0099FF"/>
      </a:accent3>
      <a:accent4>
        <a:srgbClr val="C0C0C0"/>
      </a:accent4>
      <a:accent5>
        <a:srgbClr val="FFC399"/>
      </a:accent5>
      <a:accent6>
        <a:srgbClr val="99D6FF"/>
      </a:accent6>
      <a:hlink>
        <a:srgbClr val="FF6900"/>
      </a:hlink>
      <a:folHlink>
        <a:srgbClr val="0099F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C37FE033-7100-6A47-BF04-6577411ED484}" vid="{141B92B7-FCE2-9149-AA33-D8D36DF4AD8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281D2A0C797E469927A035E6C5D5ED" ma:contentTypeVersion="11" ma:contentTypeDescription="Crear nuevo documento." ma:contentTypeScope="" ma:versionID="5e9392cfd17e969048d27e3af2b177cd">
  <xsd:schema xmlns:xsd="http://www.w3.org/2001/XMLSchema" xmlns:xs="http://www.w3.org/2001/XMLSchema" xmlns:p="http://schemas.microsoft.com/office/2006/metadata/properties" xmlns:ns2="70133179-21cc-423d-b28f-7c99bea0c6de" xmlns:ns3="911117af-2ff5-43c3-80ba-e257cd6892d3" targetNamespace="http://schemas.microsoft.com/office/2006/metadata/properties" ma:root="true" ma:fieldsID="f2c37b903ba9f93506a6a0de95430801" ns2:_="" ns3:_="">
    <xsd:import namespace="70133179-21cc-423d-b28f-7c99bea0c6de"/>
    <xsd:import namespace="911117af-2ff5-43c3-80ba-e257cd6892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33179-21cc-423d-b28f-7c99bea0c6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4ade5ec-1dc6-4b12-84e9-18d8060fcf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117af-2ff5-43c3-80ba-e257cd6892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149584-78df-4a10-999f-5e9fc3b3efa8}" ma:internalName="TaxCatchAll" ma:showField="CatchAllData" ma:web="911117af-2ff5-43c3-80ba-e257cd6892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1117af-2ff5-43c3-80ba-e257cd6892d3" xsi:nil="true"/>
    <lcf76f155ced4ddcb4097134ff3c332f xmlns="70133179-21cc-423d-b28f-7c99bea0c6d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7D374C-C355-4214-BDC3-A4459599B31F}">
  <ds:schemaRefs>
    <ds:schemaRef ds:uri="70133179-21cc-423d-b28f-7c99bea0c6de"/>
    <ds:schemaRef ds:uri="911117af-2ff5-43c3-80ba-e257cd6892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307EF8-3B7F-4C93-B652-5345B6EF0DCA}">
  <ds:schemaRefs>
    <ds:schemaRef ds:uri="70133179-21cc-423d-b28f-7c99bea0c6de"/>
    <ds:schemaRef ds:uri="911117af-2ff5-43c3-80ba-e257cd6892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D5BF9A-35CF-4BCC-B408-A8D33CE09FB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37cf70c-1091-499f-b577-72ba042c00d1}" enabled="1" method="Standard" siteId="{c980e410-0b5c-48bc-bd1a-8b91cabc84bc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Hi-Plantilla-PPT</Template>
  <TotalTime>3</TotalTime>
  <Words>755</Words>
  <Application>Microsoft Office PowerPoint</Application>
  <PresentationFormat>Panorámica</PresentationFormat>
  <Paragraphs>40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Bariol</vt:lpstr>
      <vt:lpstr>Calibri</vt:lpstr>
      <vt:lpstr>Calibri Light</vt:lpstr>
      <vt:lpstr>Tema-ISA</vt:lpstr>
      <vt:lpstr>Presentación de PowerPoint</vt:lpstr>
      <vt:lpstr>Presentación de PowerPoint</vt:lpstr>
      <vt:lpstr>Presentación de PowerPoint</vt:lpstr>
      <vt:lpstr>Título</vt:lpstr>
      <vt:lpstr>Título</vt:lpstr>
      <vt:lpstr>Título</vt:lpstr>
      <vt:lpstr>Título</vt:lpstr>
      <vt:lpstr>Título</vt:lpstr>
      <vt:lpstr>¿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MILENA HERNÁNDEZ HERRERA</dc:creator>
  <cp:lastModifiedBy>HI_E MARIA ALEJANDRA RUA MONSALVE</cp:lastModifiedBy>
  <cp:revision>1</cp:revision>
  <dcterms:created xsi:type="dcterms:W3CDTF">2025-12-17T16:11:08Z</dcterms:created>
  <dcterms:modified xsi:type="dcterms:W3CDTF">2026-04-09T14:53:32Z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0x0101002F281D2A0C797E469927A035E6C5D5ED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Tema-ISA:7</vt:lpwstr>
  </property>
  <property fmtid="{D5CDD505-2E9C-101B-9397-08002B2CF9AE}" pid="5" name="ClassificationContentMarkingFooterText">
    <vt:lpwstr>Información Interna</vt:lpwstr>
  </property>
</Properties>
</file>